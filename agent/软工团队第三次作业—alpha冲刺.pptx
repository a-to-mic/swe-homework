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58" r:id="rId4"/>
    <p:sldId id="270" r:id="rId5"/>
    <p:sldId id="271" r:id="rId6"/>
    <p:sldId id="274" r:id="rId7"/>
    <p:sldId id="276" r:id="rId8"/>
    <p:sldId id="277" r:id="rId9"/>
    <p:sldId id="272" r:id="rId10"/>
    <p:sldId id="275" r:id="rId11"/>
    <p:sldId id="278" r:id="rId12"/>
    <p:sldId id="288" r:id="rId13"/>
    <p:sldId id="279" r:id="rId14"/>
    <p:sldId id="286" r:id="rId15"/>
    <p:sldId id="280" r:id="rId16"/>
    <p:sldId id="281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A4D"/>
    <a:srgbClr val="4036CD"/>
    <a:srgbClr val="A20000"/>
    <a:srgbClr val="A40000"/>
    <a:srgbClr val="9E0000"/>
    <a:srgbClr val="C7450B"/>
    <a:srgbClr val="E24E0C"/>
    <a:srgbClr val="DC6140"/>
    <a:srgbClr val="E60000"/>
    <a:srgbClr val="C967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6182" autoAdjust="0"/>
  </p:normalViewPr>
  <p:slideViewPr>
    <p:cSldViewPr snapToGrid="0">
      <p:cViewPr varScale="1">
        <p:scale>
          <a:sx n="115" d="100"/>
          <a:sy n="115" d="100"/>
        </p:scale>
        <p:origin x="132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2168246" y="2101261"/>
            <a:ext cx="7855511" cy="5587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2168246" y="1402670"/>
            <a:ext cx="7855511" cy="698591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168246" y="3864569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68246" y="4160840"/>
            <a:ext cx="785551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883" indent="0">
              <a:buNone/>
              <a:defRPr/>
            </a:lvl2pPr>
            <a:lvl3pPr marL="685765" indent="0">
              <a:buNone/>
              <a:defRPr/>
            </a:lvl3pPr>
            <a:lvl4pPr marL="1028648" indent="0">
              <a:buNone/>
              <a:defRPr/>
            </a:lvl4pPr>
            <a:lvl5pPr marL="1371532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 noChangeArrowheads="1" noTextEdit="1"/>
          </p:cNvSpPr>
          <p:nvPr userDrawn="1"/>
        </p:nvSpPr>
        <p:spPr bwMode="auto">
          <a:xfrm>
            <a:off x="1589" y="0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grpSp>
        <p:nvGrpSpPr>
          <p:cNvPr id="9938" name="组合 9937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8" name="任意多边形: 形状 7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" name="任意多边形: 形状 8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0" name="任意多边形: 形状 9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1" name="任意多边形: 形状 10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4" name="任意多边形: 形状 1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5" name="任意多边形: 形状 1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6" name="任意多边形: 形状 1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7" name="任意多边形: 形状 1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" name="任意多边形: 形状 1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" name="任意多边形: 形状 1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" name="任意多边形: 形状 1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" name="任意多边形: 形状 2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" name="任意多边形: 形状 2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" name="任意多边形: 形状 2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" name="任意多边形: 形状 2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" name="任意多边形: 形状 2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" name="任意多边形: 形状 2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" name="任意多边形: 形状 2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" name="任意多边形: 形状 2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" name="任意多边形: 形状 2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" name="任意多边形: 形状 2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" name="任意多边形: 形状 3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2" name="任意多边形: 形状 979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3" name="任意多边形: 形状 979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4" name="任意多边形: 形状 979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5" name="任意多边形: 形状 979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6" name="任意多边形: 形状 979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7" name="任意多边形: 形状 979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8" name="任意多边形: 形状 979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799" name="直接连接符 979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0" name="任意多边形: 形状 979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3" name="直接连接符 9802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4" name="任意多边形: 形状 9803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5" name="直接连接符 9804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6" name="任意多边形: 形状 9805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7" name="任意多边形: 形状 9806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8" name="任意多边形: 形状 9807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09" name="任意多边形: 形状 9808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0" name="任意多边形: 形状 9809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1" name="任意多边形: 形状 9810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2" name="任意多边形: 形状 9811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3" name="任意多边形: 形状 9812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4" name="任意多边形: 形状 98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5" name="任意多边形: 形状 9814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6" name="任意多边形: 形状 9815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7" name="任意多边形: 形状 9816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8" name="任意多边形: 形状 9817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19" name="任意多边形: 形状 9818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0" name="直接连接符 9819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1" name="任意多边形: 形状 9820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2" name="直接连接符 9821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3" name="任意多边形: 形状 9822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4" name="直接连接符 9823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5" name="任意多边形: 形状 9824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6" name="任意多边形: 形状 9825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7" name="任意多边形: 形状 9826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8" name="任意多边形: 形状 9827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29" name="任意多边形: 形状 9828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0" name="任意多边形: 形状 9829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1" name="任意多边形: 形状 9830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2" name="任意多边形: 形状 983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3" name="任意多边形: 形状 9832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4" name="任意多边形: 形状 9833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5" name="任意多边形: 形状 9834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6" name="任意多边形: 形状 9835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7" name="任意多边形: 形状 9836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8" name="任意多边形: 形状 9837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39" name="任意多边形: 形状 9838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0" name="任意多边形: 形状 9839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1" name="任意多边形: 形状 9840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2" name="任意多边形: 形状 9841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3" name="任意多边形: 形状 9842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4" name="任意多边形: 形状 9843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5" name="任意多边形: 形状 984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6" name="任意多边形: 形状 9845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7" name="任意多边形: 形状 9846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8" name="任意多边形: 形状 9847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49" name="任意多边形: 形状 9848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0" name="任意多边形: 形状 9849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1" name="任意多边形: 形状 9850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2" name="任意多边形: 形状 9851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3" name="任意多边形: 形状 9852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4" name="任意多边形: 形状 985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5" name="任意多边形: 形状 9854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6" name="任意多边形: 形状 9855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7" name="任意多边形: 形状 9856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8" name="任意多边形: 形状 9857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59" name="任意多边形: 形状 9858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0" name="任意多边形: 形状 9859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1" name="直接连接符 9860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2" name="任意多边形: 形状 9861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3" name="任意多边形: 形状 9862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4" name="任意多边形: 形状 9863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5" name="任意多边形: 形状 9864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6" name="任意多边形: 形状 9865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7" name="任意多边形: 形状 9866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8" name="任意多边形: 形状 9867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69" name="任意多边形: 形状 9868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0" name="任意多边形: 形状 9869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1" name="任意多边形: 形状 9870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2" name="任意多边形: 形状 98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3" name="任意多边形: 形状 9872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4" name="任意多边形: 形状 9873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5" name="任意多边形: 形状 9874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6" name="直接连接符 9875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7" name="任意多边形: 形状 9876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8" name="任意多边形: 形状 9877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79" name="直接连接符 9878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0" name="直接连接符 9879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1" name="直接连接符 9880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2" name="任意多边形: 形状 9881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3" name="任意多边形: 形状 9882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4" name="任意多边形: 形状 9883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5" name="任意多边形: 形状 9884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6" name="任意多边形: 形状 9885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7" name="任意多边形: 形状 9886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8" name="任意多边形: 形状 9887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89" name="任意多边形: 形状 9888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0" name="任意多边形: 形状 9889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1" name="任意多边形: 形状 9890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2" name="任意多边形: 形状 98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3" name="任意多边形: 形状 9892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4" name="任意多边形: 形状 9893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5" name="任意多边形: 形状 9894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6" name="直接连接符 9895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7" name="任意多边形: 形状 9896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8" name="任意多边形: 形状 9897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899" name="直接连接符 9898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0" name="直接连接符 9899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1" name="直接连接符 9900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2" name="任意多边形: 形状 9901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3" name="任意多边形: 形状 9902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4" name="任意多边形: 形状 9903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5" name="任意多边形: 形状 9904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6" name="任意多边形: 形状 9905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7" name="任意多边形: 形状 990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8" name="任意多边形: 形状 9907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09" name="任意多边形: 形状 9908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0" name="任意多边形: 形状 99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1" name="任意多边形: 形状 9910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2" name="任意多边形: 形状 9911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3" name="任意多边形: 形状 991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4" name="任意多边形: 形状 9913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5" name="任意多边形: 形状 9914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6" name="任意多边形: 形状 9915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7" name="任意多边形: 形状 991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8" name="任意多边形: 形状 9917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19" name="任意多边形: 形状 9918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0" name="任意多边形: 形状 9919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1" name="任意多边形: 形状 9920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2" name="任意多边形: 形状 9921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3" name="任意多边形: 形状 9922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4" name="任意多边形: 形状 9923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5" name="任意多边形: 形状 992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6" name="任意多边形: 形状 9925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7" name="任意多边形: 形状 9926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8" name="任意多边形: 形状 99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29" name="任意多边形: 形状 9928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0" name="任意多边形: 形状 9929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1" name="任意多边形: 形状 993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2" name="任意多边形: 形状 9931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3" name="任意多边形: 形状 9932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4" name="任意多边形: 形状 9933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5" name="任意多边形: 形状 993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6" name="任意多边形: 形状 9935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9937" name="任意多边形: 形状 9936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>
            <a:spLocks noChangeArrowheads="1"/>
          </p:cNvSpPr>
          <p:nvPr userDrawn="1"/>
        </p:nvSpPr>
        <p:spPr bwMode="auto">
          <a:xfrm>
            <a:off x="638177" y="635000"/>
            <a:ext cx="10918825" cy="558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/>
          </a:p>
        </p:txBody>
      </p:sp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3386409" y="2743654"/>
            <a:ext cx="5419185" cy="895350"/>
          </a:xfrm>
        </p:spPr>
        <p:txBody>
          <a:bodyPr anchor="b">
            <a:normAutofit/>
          </a:bodyPr>
          <a:lstStyle>
            <a:lvl1pPr algn="ctr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3386409" y="3639006"/>
            <a:ext cx="5419185" cy="1015623"/>
          </a:xfrm>
        </p:spPr>
        <p:txBody>
          <a:bodyPr anchor="t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301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13F9A-9790-4562-8B37-BBDCA0C1B0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939CE1-2565-4BD2-B765-0FDA979C420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1515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A8FE65-353E-44A9-975F-C67D0364E0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94427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1F490D-3FF4-40C5-B1DD-918F0138111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1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458B080-7577-4712-B3BC-597995F4A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650616-94FA-4F8C-B49C-5CD1BB08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2026/5/24</a:t>
            </a:fld>
            <a:endParaRPr lang="zh-CN" alt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9664480-D645-43BD-896D-DC0BDBEE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OfficePLUS 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846A2231-11F9-489B-9492-E00E511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62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3382963" y="1135065"/>
            <a:ext cx="5426076" cy="1621509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3" y="3130430"/>
            <a:ext cx="5426076" cy="310871"/>
          </a:xfrm>
        </p:spPr>
        <p:txBody>
          <a:bodyPr vert="horz" lIns="91440" tIns="45720" rIns="91440" bIns="45720" rtlCol="0" anchor="ctr" anchorCtr="1">
            <a:noAutofit/>
          </a:bodyPr>
          <a:lstStyle>
            <a:lvl1pPr marL="171442" marR="0" indent="-171442" algn="r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3" y="3441300"/>
            <a:ext cx="5426076" cy="31087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1500" smtClean="0"/>
            </a:lvl2pPr>
            <a:lvl3pPr>
              <a:defRPr lang="zh-CN" altLang="en-US" sz="1350" smtClean="0"/>
            </a:lvl3pPr>
            <a:lvl4pPr>
              <a:defRPr lang="zh-CN" altLang="en-US" sz="1200" smtClean="0"/>
            </a:lvl4pPr>
            <a:lvl5pPr>
              <a:defRPr lang="zh-CN" altLang="en-US" sz="1200"/>
            </a:lvl5pPr>
          </a:lstStyle>
          <a:p>
            <a:pPr marL="171442" marR="0" lvl="0" indent="-171442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grpSp>
        <p:nvGrpSpPr>
          <p:cNvPr id="179" name="组合 178"/>
          <p:cNvGrpSpPr/>
          <p:nvPr userDrawn="1"/>
        </p:nvGrpSpPr>
        <p:grpSpPr>
          <a:xfrm>
            <a:off x="236539" y="2736852"/>
            <a:ext cx="11599863" cy="3910013"/>
            <a:chOff x="236538" y="2736850"/>
            <a:chExt cx="11599863" cy="3910013"/>
          </a:xfrm>
        </p:grpSpPr>
        <p:sp>
          <p:nvSpPr>
            <p:cNvPr id="180" name="任意多边形: 形状 179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1" name="任意多边形: 形状 180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FFFFF"/>
            </a:solidFill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2" name="任意多边形: 形状 181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  <a:gd name="T10" fmla="*/ 0 w 99"/>
                <a:gd name="T11" fmla="*/ 7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3" name="任意多边形: 形状 182"/>
            <p:cNvSpPr>
              <a:spLocks/>
            </p:cNvSpPr>
            <p:nvPr userDrawn="1"/>
          </p:nvSpPr>
          <p:spPr bwMode="auto">
            <a:xfrm>
              <a:off x="6991351" y="5478463"/>
              <a:ext cx="157163" cy="136525"/>
            </a:xfrm>
            <a:custGeom>
              <a:avLst/>
              <a:gdLst>
                <a:gd name="T0" fmla="*/ 0 w 99"/>
                <a:gd name="T1" fmla="*/ 73 h 86"/>
                <a:gd name="T2" fmla="*/ 22 w 99"/>
                <a:gd name="T3" fmla="*/ 0 h 86"/>
                <a:gd name="T4" fmla="*/ 53 w 99"/>
                <a:gd name="T5" fmla="*/ 35 h 86"/>
                <a:gd name="T6" fmla="*/ 99 w 99"/>
                <a:gd name="T7" fmla="*/ 24 h 86"/>
                <a:gd name="T8" fmla="*/ 79 w 9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6">
                  <a:moveTo>
                    <a:pt x="0" y="73"/>
                  </a:moveTo>
                  <a:lnTo>
                    <a:pt x="22" y="0"/>
                  </a:lnTo>
                  <a:lnTo>
                    <a:pt x="53" y="35"/>
                  </a:lnTo>
                  <a:lnTo>
                    <a:pt x="99" y="24"/>
                  </a:lnTo>
                  <a:lnTo>
                    <a:pt x="79" y="8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4" name="任意多边形: 形状 183"/>
            <p:cNvSpPr>
              <a:spLocks/>
            </p:cNvSpPr>
            <p:nvPr userDrawn="1"/>
          </p:nvSpPr>
          <p:spPr bwMode="auto">
            <a:xfrm>
              <a:off x="7032626" y="5492750"/>
              <a:ext cx="157163" cy="134938"/>
            </a:xfrm>
            <a:custGeom>
              <a:avLst/>
              <a:gdLst>
                <a:gd name="T0" fmla="*/ 0 w 99"/>
                <a:gd name="T1" fmla="*/ 72 h 85"/>
                <a:gd name="T2" fmla="*/ 22 w 99"/>
                <a:gd name="T3" fmla="*/ 0 h 85"/>
                <a:gd name="T4" fmla="*/ 53 w 99"/>
                <a:gd name="T5" fmla="*/ 33 h 85"/>
                <a:gd name="T6" fmla="*/ 99 w 99"/>
                <a:gd name="T7" fmla="*/ 24 h 85"/>
                <a:gd name="T8" fmla="*/ 79 w 99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85">
                  <a:moveTo>
                    <a:pt x="0" y="72"/>
                  </a:moveTo>
                  <a:lnTo>
                    <a:pt x="22" y="0"/>
                  </a:lnTo>
                  <a:lnTo>
                    <a:pt x="53" y="33"/>
                  </a:lnTo>
                  <a:lnTo>
                    <a:pt x="99" y="24"/>
                  </a:lnTo>
                  <a:lnTo>
                    <a:pt x="79" y="85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5" name="任意多边形: 形状 184"/>
            <p:cNvSpPr>
              <a:spLocks/>
            </p:cNvSpPr>
            <p:nvPr userDrawn="1"/>
          </p:nvSpPr>
          <p:spPr bwMode="auto">
            <a:xfrm>
              <a:off x="7207251" y="5735638"/>
              <a:ext cx="782638" cy="893763"/>
            </a:xfrm>
            <a:custGeom>
              <a:avLst/>
              <a:gdLst>
                <a:gd name="T0" fmla="*/ 62 w 267"/>
                <a:gd name="T1" fmla="*/ 45 h 305"/>
                <a:gd name="T2" fmla="*/ 267 w 267"/>
                <a:gd name="T3" fmla="*/ 109 h 305"/>
                <a:gd name="T4" fmla="*/ 205 w 267"/>
                <a:gd name="T5" fmla="*/ 305 h 305"/>
                <a:gd name="T6" fmla="*/ 0 w 267"/>
                <a:gd name="T7" fmla="*/ 240 h 305"/>
                <a:gd name="T8" fmla="*/ 62 w 267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7" h="305">
                  <a:moveTo>
                    <a:pt x="62" y="45"/>
                  </a:moveTo>
                  <a:cubicBezTo>
                    <a:pt x="188" y="0"/>
                    <a:pt x="267" y="109"/>
                    <a:pt x="267" y="109"/>
                  </a:cubicBezTo>
                  <a:cubicBezTo>
                    <a:pt x="205" y="305"/>
                    <a:pt x="205" y="305"/>
                    <a:pt x="205" y="305"/>
                  </a:cubicBezTo>
                  <a:cubicBezTo>
                    <a:pt x="205" y="305"/>
                    <a:pt x="126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6" name="任意多边形: 形状 185"/>
            <p:cNvSpPr>
              <a:spLocks/>
            </p:cNvSpPr>
            <p:nvPr userDrawn="1"/>
          </p:nvSpPr>
          <p:spPr bwMode="auto">
            <a:xfrm>
              <a:off x="6578601" y="5541963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1 w 268"/>
                <a:gd name="T3" fmla="*/ 45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89" y="0"/>
                    <a:pt x="61" y="45"/>
                    <a:pt x="61" y="45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7" name="任意多边形: 形状 186"/>
            <p:cNvSpPr>
              <a:spLocks/>
            </p:cNvSpPr>
            <p:nvPr userDrawn="1"/>
          </p:nvSpPr>
          <p:spPr bwMode="auto">
            <a:xfrm>
              <a:off x="7207251" y="6389688"/>
              <a:ext cx="539750" cy="219075"/>
            </a:xfrm>
            <a:custGeom>
              <a:avLst/>
              <a:gdLst>
                <a:gd name="T0" fmla="*/ 184 w 184"/>
                <a:gd name="T1" fmla="*/ 75 h 75"/>
                <a:gd name="T2" fmla="*/ 0 w 184"/>
                <a:gd name="T3" fmla="*/ 34 h 75"/>
                <a:gd name="T4" fmla="*/ 10 w 184"/>
                <a:gd name="T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4" h="75">
                  <a:moveTo>
                    <a:pt x="184" y="75"/>
                  </a:moveTo>
                  <a:cubicBezTo>
                    <a:pt x="153" y="46"/>
                    <a:pt x="88" y="2"/>
                    <a:pt x="0" y="34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8" name="任意多边形: 形状 187"/>
            <p:cNvSpPr>
              <a:spLocks/>
            </p:cNvSpPr>
            <p:nvPr userDrawn="1"/>
          </p:nvSpPr>
          <p:spPr bwMode="auto">
            <a:xfrm>
              <a:off x="6691313" y="6265863"/>
              <a:ext cx="546100" cy="222250"/>
            </a:xfrm>
            <a:custGeom>
              <a:avLst/>
              <a:gdLst>
                <a:gd name="T0" fmla="*/ 0 w 186"/>
                <a:gd name="T1" fmla="*/ 6 h 76"/>
                <a:gd name="T2" fmla="*/ 176 w 186"/>
                <a:gd name="T3" fmla="*/ 76 h 76"/>
                <a:gd name="T4" fmla="*/ 186 w 186"/>
                <a:gd name="T5" fmla="*/ 4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6" h="76">
                  <a:moveTo>
                    <a:pt x="0" y="6"/>
                  </a:moveTo>
                  <a:cubicBezTo>
                    <a:pt x="43" y="0"/>
                    <a:pt x="121" y="0"/>
                    <a:pt x="176" y="76"/>
                  </a:cubicBezTo>
                  <a:cubicBezTo>
                    <a:pt x="186" y="42"/>
                    <a:pt x="186" y="42"/>
                    <a:pt x="186" y="4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89" name="任意多边形: 形状 188"/>
            <p:cNvSpPr>
              <a:spLocks/>
            </p:cNvSpPr>
            <p:nvPr userDrawn="1"/>
          </p:nvSpPr>
          <p:spPr bwMode="auto">
            <a:xfrm>
              <a:off x="7397751" y="6099175"/>
              <a:ext cx="411163" cy="219075"/>
            </a:xfrm>
            <a:custGeom>
              <a:avLst/>
              <a:gdLst>
                <a:gd name="T0" fmla="*/ 140 w 140"/>
                <a:gd name="T1" fmla="*/ 75 h 75"/>
                <a:gd name="T2" fmla="*/ 0 w 140"/>
                <a:gd name="T3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5">
                  <a:moveTo>
                    <a:pt x="140" y="75"/>
                  </a:moveTo>
                  <a:cubicBezTo>
                    <a:pt x="140" y="75"/>
                    <a:pt x="86" y="0"/>
                    <a:pt x="0" y="31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0" name="任意多边形: 形状 189"/>
            <p:cNvSpPr>
              <a:spLocks/>
            </p:cNvSpPr>
            <p:nvPr userDrawn="1"/>
          </p:nvSpPr>
          <p:spPr bwMode="auto">
            <a:xfrm>
              <a:off x="7462838" y="5899150"/>
              <a:ext cx="409575" cy="217488"/>
            </a:xfrm>
            <a:custGeom>
              <a:avLst/>
              <a:gdLst>
                <a:gd name="T0" fmla="*/ 140 w 140"/>
                <a:gd name="T1" fmla="*/ 74 h 74"/>
                <a:gd name="T2" fmla="*/ 0 w 140"/>
                <a:gd name="T3" fmla="*/ 3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140" y="74"/>
                  </a:moveTo>
                  <a:cubicBezTo>
                    <a:pt x="140" y="74"/>
                    <a:pt x="86" y="0"/>
                    <a:pt x="0" y="30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1" name="任意多边形: 形状 190"/>
            <p:cNvSpPr>
              <a:spLocks/>
            </p:cNvSpPr>
            <p:nvPr userDrawn="1"/>
          </p:nvSpPr>
          <p:spPr bwMode="auto">
            <a:xfrm>
              <a:off x="7237413" y="5686425"/>
              <a:ext cx="784225" cy="893763"/>
            </a:xfrm>
            <a:custGeom>
              <a:avLst/>
              <a:gdLst>
                <a:gd name="T0" fmla="*/ 62 w 268"/>
                <a:gd name="T1" fmla="*/ 45 h 305"/>
                <a:gd name="T2" fmla="*/ 268 w 268"/>
                <a:gd name="T3" fmla="*/ 109 h 305"/>
                <a:gd name="T4" fmla="*/ 206 w 268"/>
                <a:gd name="T5" fmla="*/ 305 h 305"/>
                <a:gd name="T6" fmla="*/ 0 w 268"/>
                <a:gd name="T7" fmla="*/ 240 h 305"/>
                <a:gd name="T8" fmla="*/ 62 w 268"/>
                <a:gd name="T9" fmla="*/ 45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5">
                  <a:moveTo>
                    <a:pt x="62" y="45"/>
                  </a:moveTo>
                  <a:cubicBezTo>
                    <a:pt x="189" y="0"/>
                    <a:pt x="268" y="109"/>
                    <a:pt x="268" y="109"/>
                  </a:cubicBezTo>
                  <a:cubicBezTo>
                    <a:pt x="206" y="305"/>
                    <a:pt x="206" y="305"/>
                    <a:pt x="206" y="305"/>
                  </a:cubicBezTo>
                  <a:cubicBezTo>
                    <a:pt x="206" y="305"/>
                    <a:pt x="127" y="195"/>
                    <a:pt x="0" y="240"/>
                  </a:cubicBezTo>
                  <a:lnTo>
                    <a:pt x="62" y="45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2" name="任意多边形: 形状 191"/>
            <p:cNvSpPr>
              <a:spLocks/>
            </p:cNvSpPr>
            <p:nvPr userDrawn="1"/>
          </p:nvSpPr>
          <p:spPr bwMode="auto">
            <a:xfrm>
              <a:off x="6634163" y="5500688"/>
              <a:ext cx="784225" cy="889000"/>
            </a:xfrm>
            <a:custGeom>
              <a:avLst/>
              <a:gdLst>
                <a:gd name="T0" fmla="*/ 268 w 268"/>
                <a:gd name="T1" fmla="*/ 108 h 303"/>
                <a:gd name="T2" fmla="*/ 62 w 268"/>
                <a:gd name="T3" fmla="*/ 46 h 303"/>
                <a:gd name="T4" fmla="*/ 0 w 268"/>
                <a:gd name="T5" fmla="*/ 241 h 303"/>
                <a:gd name="T6" fmla="*/ 206 w 268"/>
                <a:gd name="T7" fmla="*/ 303 h 303"/>
                <a:gd name="T8" fmla="*/ 268 w 268"/>
                <a:gd name="T9" fmla="*/ 10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8" h="303">
                  <a:moveTo>
                    <a:pt x="268" y="108"/>
                  </a:moveTo>
                  <a:cubicBezTo>
                    <a:pt x="190" y="0"/>
                    <a:pt x="62" y="46"/>
                    <a:pt x="62" y="46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0" y="241"/>
                    <a:pt x="128" y="195"/>
                    <a:pt x="206" y="303"/>
                  </a:cubicBezTo>
                  <a:lnTo>
                    <a:pt x="268" y="108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3" name="任意多边形: 形状 192"/>
            <p:cNvSpPr>
              <a:spLocks/>
            </p:cNvSpPr>
            <p:nvPr userDrawn="1"/>
          </p:nvSpPr>
          <p:spPr bwMode="auto">
            <a:xfrm>
              <a:off x="6808788" y="5919788"/>
              <a:ext cx="412750" cy="214313"/>
            </a:xfrm>
            <a:custGeom>
              <a:avLst/>
              <a:gdLst>
                <a:gd name="T0" fmla="*/ 0 w 141"/>
                <a:gd name="T1" fmla="*/ 31 h 73"/>
                <a:gd name="T2" fmla="*/ 141 w 141"/>
                <a:gd name="T3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1" h="73">
                  <a:moveTo>
                    <a:pt x="0" y="31"/>
                  </a:moveTo>
                  <a:cubicBezTo>
                    <a:pt x="0" y="31"/>
                    <a:pt x="88" y="0"/>
                    <a:pt x="141" y="73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4" name="任意多边形: 形状 193"/>
            <p:cNvSpPr>
              <a:spLocks/>
            </p:cNvSpPr>
            <p:nvPr userDrawn="1"/>
          </p:nvSpPr>
          <p:spPr bwMode="auto">
            <a:xfrm>
              <a:off x="6873876" y="5718175"/>
              <a:ext cx="409575" cy="217488"/>
            </a:xfrm>
            <a:custGeom>
              <a:avLst/>
              <a:gdLst>
                <a:gd name="T0" fmla="*/ 0 w 140"/>
                <a:gd name="T1" fmla="*/ 31 h 74"/>
                <a:gd name="T2" fmla="*/ 140 w 140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74">
                  <a:moveTo>
                    <a:pt x="0" y="31"/>
                  </a:moveTo>
                  <a:cubicBezTo>
                    <a:pt x="0" y="31"/>
                    <a:pt x="87" y="0"/>
                    <a:pt x="140" y="74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5" name="任意多边形: 形状 194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6" name="任意多边形: 形状 195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7" name="任意多边形: 形状 196"/>
            <p:cNvSpPr>
              <a:spLocks/>
            </p:cNvSpPr>
            <p:nvPr userDrawn="1"/>
          </p:nvSpPr>
          <p:spPr bwMode="auto">
            <a:xfrm>
              <a:off x="3543301" y="5683250"/>
              <a:ext cx="427038" cy="412750"/>
            </a:xfrm>
            <a:custGeom>
              <a:avLst/>
              <a:gdLst>
                <a:gd name="T0" fmla="*/ 116 w 146"/>
                <a:gd name="T1" fmla="*/ 137 h 141"/>
                <a:gd name="T2" fmla="*/ 92 w 146"/>
                <a:gd name="T3" fmla="*/ 135 h 141"/>
                <a:gd name="T4" fmla="*/ 56 w 146"/>
                <a:gd name="T5" fmla="*/ 138 h 141"/>
                <a:gd name="T6" fmla="*/ 29 w 146"/>
                <a:gd name="T7" fmla="*/ 121 h 141"/>
                <a:gd name="T8" fmla="*/ 0 w 146"/>
                <a:gd name="T9" fmla="*/ 110 h 141"/>
                <a:gd name="T10" fmla="*/ 32 w 146"/>
                <a:gd name="T11" fmla="*/ 0 h 141"/>
                <a:gd name="T12" fmla="*/ 146 w 146"/>
                <a:gd name="T13" fmla="*/ 32 h 141"/>
                <a:gd name="T14" fmla="*/ 117 w 146"/>
                <a:gd name="T15" fmla="*/ 132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6" h="141">
                  <a:moveTo>
                    <a:pt x="116" y="137"/>
                  </a:moveTo>
                  <a:cubicBezTo>
                    <a:pt x="108" y="135"/>
                    <a:pt x="101" y="134"/>
                    <a:pt x="92" y="135"/>
                  </a:cubicBezTo>
                  <a:cubicBezTo>
                    <a:pt x="80" y="136"/>
                    <a:pt x="68" y="141"/>
                    <a:pt x="56" y="138"/>
                  </a:cubicBezTo>
                  <a:cubicBezTo>
                    <a:pt x="46" y="135"/>
                    <a:pt x="38" y="127"/>
                    <a:pt x="29" y="121"/>
                  </a:cubicBezTo>
                  <a:cubicBezTo>
                    <a:pt x="21" y="114"/>
                    <a:pt x="11" y="108"/>
                    <a:pt x="0" y="11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17" y="132"/>
                    <a:pt x="117" y="132"/>
                    <a:pt x="117" y="132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8" name="任意多边形: 形状 197"/>
            <p:cNvSpPr>
              <a:spLocks/>
            </p:cNvSpPr>
            <p:nvPr userDrawn="1"/>
          </p:nvSpPr>
          <p:spPr bwMode="auto">
            <a:xfrm>
              <a:off x="3568701" y="6051550"/>
              <a:ext cx="114300" cy="112713"/>
            </a:xfrm>
            <a:custGeom>
              <a:avLst/>
              <a:gdLst>
                <a:gd name="T0" fmla="*/ 3 w 39"/>
                <a:gd name="T1" fmla="*/ 14 h 38"/>
                <a:gd name="T2" fmla="*/ 15 w 39"/>
                <a:gd name="T3" fmla="*/ 35 h 38"/>
                <a:gd name="T4" fmla="*/ 36 w 39"/>
                <a:gd name="T5" fmla="*/ 24 h 38"/>
                <a:gd name="T6" fmla="*/ 24 w 39"/>
                <a:gd name="T7" fmla="*/ 2 h 38"/>
                <a:gd name="T8" fmla="*/ 3 w 39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38">
                  <a:moveTo>
                    <a:pt x="3" y="14"/>
                  </a:moveTo>
                  <a:cubicBezTo>
                    <a:pt x="0" y="23"/>
                    <a:pt x="5" y="33"/>
                    <a:pt x="15" y="35"/>
                  </a:cubicBezTo>
                  <a:cubicBezTo>
                    <a:pt x="24" y="38"/>
                    <a:pt x="34" y="33"/>
                    <a:pt x="36" y="24"/>
                  </a:cubicBezTo>
                  <a:cubicBezTo>
                    <a:pt x="39" y="14"/>
                    <a:pt x="34" y="5"/>
                    <a:pt x="24" y="2"/>
                  </a:cubicBezTo>
                  <a:cubicBezTo>
                    <a:pt x="15" y="0"/>
                    <a:pt x="5" y="5"/>
                    <a:pt x="3" y="1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199" name="任意多边形: 形状 198"/>
            <p:cNvSpPr>
              <a:spLocks/>
            </p:cNvSpPr>
            <p:nvPr userDrawn="1"/>
          </p:nvSpPr>
          <p:spPr bwMode="auto">
            <a:xfrm>
              <a:off x="3484563" y="6257925"/>
              <a:ext cx="93663" cy="90488"/>
            </a:xfrm>
            <a:custGeom>
              <a:avLst/>
              <a:gdLst>
                <a:gd name="T0" fmla="*/ 2 w 32"/>
                <a:gd name="T1" fmla="*/ 11 h 31"/>
                <a:gd name="T2" fmla="*/ 12 w 32"/>
                <a:gd name="T3" fmla="*/ 29 h 31"/>
                <a:gd name="T4" fmla="*/ 30 w 32"/>
                <a:gd name="T5" fmla="*/ 19 h 31"/>
                <a:gd name="T6" fmla="*/ 20 w 32"/>
                <a:gd name="T7" fmla="*/ 2 h 31"/>
                <a:gd name="T8" fmla="*/ 2 w 32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1">
                  <a:moveTo>
                    <a:pt x="2" y="11"/>
                  </a:moveTo>
                  <a:cubicBezTo>
                    <a:pt x="0" y="19"/>
                    <a:pt x="5" y="27"/>
                    <a:pt x="12" y="29"/>
                  </a:cubicBezTo>
                  <a:cubicBezTo>
                    <a:pt x="20" y="31"/>
                    <a:pt x="28" y="26"/>
                    <a:pt x="30" y="19"/>
                  </a:cubicBezTo>
                  <a:cubicBezTo>
                    <a:pt x="32" y="12"/>
                    <a:pt x="27" y="4"/>
                    <a:pt x="20" y="2"/>
                  </a:cubicBezTo>
                  <a:cubicBezTo>
                    <a:pt x="12" y="0"/>
                    <a:pt x="5" y="4"/>
                    <a:pt x="2" y="1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0" name="任意多边形: 形状 199"/>
            <p:cNvSpPr>
              <a:spLocks/>
            </p:cNvSpPr>
            <p:nvPr userDrawn="1"/>
          </p:nvSpPr>
          <p:spPr bwMode="auto">
            <a:xfrm>
              <a:off x="3675063" y="6216650"/>
              <a:ext cx="166688" cy="163513"/>
            </a:xfrm>
            <a:custGeom>
              <a:avLst/>
              <a:gdLst>
                <a:gd name="T0" fmla="*/ 4 w 57"/>
                <a:gd name="T1" fmla="*/ 21 h 56"/>
                <a:gd name="T2" fmla="*/ 21 w 57"/>
                <a:gd name="T3" fmla="*/ 53 h 56"/>
                <a:gd name="T4" fmla="*/ 53 w 57"/>
                <a:gd name="T5" fmla="*/ 35 h 56"/>
                <a:gd name="T6" fmla="*/ 35 w 57"/>
                <a:gd name="T7" fmla="*/ 4 h 56"/>
                <a:gd name="T8" fmla="*/ 4 w 57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4" y="21"/>
                  </a:moveTo>
                  <a:cubicBezTo>
                    <a:pt x="0" y="35"/>
                    <a:pt x="8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7" y="22"/>
                    <a:pt x="49" y="8"/>
                    <a:pt x="35" y="4"/>
                  </a:cubicBezTo>
                  <a:cubicBezTo>
                    <a:pt x="22" y="0"/>
                    <a:pt x="8" y="8"/>
                    <a:pt x="4" y="21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1" name="任意多边形: 形状 200"/>
            <p:cNvSpPr>
              <a:spLocks/>
            </p:cNvSpPr>
            <p:nvPr userDrawn="1"/>
          </p:nvSpPr>
          <p:spPr bwMode="auto">
            <a:xfrm>
              <a:off x="3422651" y="5680075"/>
              <a:ext cx="612775" cy="903288"/>
            </a:xfrm>
            <a:custGeom>
              <a:avLst/>
              <a:gdLst>
                <a:gd name="T0" fmla="*/ 60 w 209"/>
                <a:gd name="T1" fmla="*/ 297 h 308"/>
                <a:gd name="T2" fmla="*/ 60 w 209"/>
                <a:gd name="T3" fmla="*/ 297 h 308"/>
                <a:gd name="T4" fmla="*/ 149 w 209"/>
                <a:gd name="T5" fmla="*/ 248 h 308"/>
                <a:gd name="T6" fmla="*/ 209 w 209"/>
                <a:gd name="T7" fmla="*/ 39 h 308"/>
                <a:gd name="T8" fmla="*/ 71 w 209"/>
                <a:gd name="T9" fmla="*/ 0 h 308"/>
                <a:gd name="T10" fmla="*/ 11 w 209"/>
                <a:gd name="T11" fmla="*/ 210 h 308"/>
                <a:gd name="T12" fmla="*/ 60 w 209"/>
                <a:gd name="T13" fmla="*/ 297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308">
                  <a:moveTo>
                    <a:pt x="60" y="297"/>
                  </a:moveTo>
                  <a:cubicBezTo>
                    <a:pt x="60" y="297"/>
                    <a:pt x="60" y="297"/>
                    <a:pt x="60" y="297"/>
                  </a:cubicBezTo>
                  <a:cubicBezTo>
                    <a:pt x="98" y="308"/>
                    <a:pt x="138" y="286"/>
                    <a:pt x="149" y="24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" y="210"/>
                    <a:pt x="11" y="210"/>
                    <a:pt x="11" y="210"/>
                  </a:cubicBezTo>
                  <a:cubicBezTo>
                    <a:pt x="0" y="247"/>
                    <a:pt x="22" y="286"/>
                    <a:pt x="60" y="297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2" name="任意多边形: 形状 201"/>
            <p:cNvSpPr>
              <a:spLocks/>
            </p:cNvSpPr>
            <p:nvPr userDrawn="1"/>
          </p:nvSpPr>
          <p:spPr bwMode="auto">
            <a:xfrm>
              <a:off x="3551238" y="5534025"/>
              <a:ext cx="519113" cy="230188"/>
            </a:xfrm>
            <a:custGeom>
              <a:avLst/>
              <a:gdLst>
                <a:gd name="T0" fmla="*/ 0 w 327"/>
                <a:gd name="T1" fmla="*/ 59 h 145"/>
                <a:gd name="T2" fmla="*/ 310 w 327"/>
                <a:gd name="T3" fmla="*/ 145 h 145"/>
                <a:gd name="T4" fmla="*/ 327 w 327"/>
                <a:gd name="T5" fmla="*/ 86 h 145"/>
                <a:gd name="T6" fmla="*/ 19 w 327"/>
                <a:gd name="T7" fmla="*/ 0 h 145"/>
                <a:gd name="T8" fmla="*/ 0 w 327"/>
                <a:gd name="T9" fmla="*/ 59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5">
                  <a:moveTo>
                    <a:pt x="0" y="59"/>
                  </a:moveTo>
                  <a:lnTo>
                    <a:pt x="310" y="145"/>
                  </a:lnTo>
                  <a:lnTo>
                    <a:pt x="327" y="86"/>
                  </a:lnTo>
                  <a:lnTo>
                    <a:pt x="19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3" name="任意多边形: 形状 202"/>
            <p:cNvSpPr>
              <a:spLocks/>
            </p:cNvSpPr>
            <p:nvPr userDrawn="1"/>
          </p:nvSpPr>
          <p:spPr bwMode="auto">
            <a:xfrm>
              <a:off x="3586163" y="5573713"/>
              <a:ext cx="519113" cy="231775"/>
            </a:xfrm>
            <a:custGeom>
              <a:avLst/>
              <a:gdLst>
                <a:gd name="T0" fmla="*/ 0 w 327"/>
                <a:gd name="T1" fmla="*/ 60 h 146"/>
                <a:gd name="T2" fmla="*/ 310 w 327"/>
                <a:gd name="T3" fmla="*/ 146 h 146"/>
                <a:gd name="T4" fmla="*/ 327 w 327"/>
                <a:gd name="T5" fmla="*/ 87 h 146"/>
                <a:gd name="T6" fmla="*/ 19 w 327"/>
                <a:gd name="T7" fmla="*/ 0 h 146"/>
                <a:gd name="T8" fmla="*/ 0 w 327"/>
                <a:gd name="T9" fmla="*/ 6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6">
                  <a:moveTo>
                    <a:pt x="0" y="60"/>
                  </a:moveTo>
                  <a:lnTo>
                    <a:pt x="310" y="146"/>
                  </a:lnTo>
                  <a:lnTo>
                    <a:pt x="327" y="87"/>
                  </a:lnTo>
                  <a:lnTo>
                    <a:pt x="19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4" name="任意多边形: 形状 203"/>
            <p:cNvSpPr>
              <a:spLocks/>
            </p:cNvSpPr>
            <p:nvPr userDrawn="1"/>
          </p:nvSpPr>
          <p:spPr bwMode="auto">
            <a:xfrm>
              <a:off x="3543301" y="5999163"/>
              <a:ext cx="392113" cy="117475"/>
            </a:xfrm>
            <a:custGeom>
              <a:avLst/>
              <a:gdLst>
                <a:gd name="T0" fmla="*/ 134 w 134"/>
                <a:gd name="T1" fmla="*/ 40 h 40"/>
                <a:gd name="T2" fmla="*/ 92 w 134"/>
                <a:gd name="T3" fmla="*/ 27 h 40"/>
                <a:gd name="T4" fmla="*/ 56 w 134"/>
                <a:gd name="T5" fmla="*/ 30 h 40"/>
                <a:gd name="T6" fmla="*/ 29 w 134"/>
                <a:gd name="T7" fmla="*/ 13 h 40"/>
                <a:gd name="T8" fmla="*/ 0 w 134"/>
                <a:gd name="T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40">
                  <a:moveTo>
                    <a:pt x="134" y="40"/>
                  </a:moveTo>
                  <a:cubicBezTo>
                    <a:pt x="122" y="30"/>
                    <a:pt x="108" y="25"/>
                    <a:pt x="92" y="27"/>
                  </a:cubicBezTo>
                  <a:cubicBezTo>
                    <a:pt x="80" y="28"/>
                    <a:pt x="68" y="33"/>
                    <a:pt x="56" y="30"/>
                  </a:cubicBezTo>
                  <a:cubicBezTo>
                    <a:pt x="46" y="27"/>
                    <a:pt x="38" y="19"/>
                    <a:pt x="29" y="13"/>
                  </a:cubicBezTo>
                  <a:cubicBezTo>
                    <a:pt x="21" y="6"/>
                    <a:pt x="11" y="0"/>
                    <a:pt x="0" y="2"/>
                  </a:cubicBez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5" name="任意多边形: 形状 204"/>
            <p:cNvSpPr>
              <a:spLocks/>
            </p:cNvSpPr>
            <p:nvPr userDrawn="1"/>
          </p:nvSpPr>
          <p:spPr bwMode="auto">
            <a:xfrm>
              <a:off x="3606801" y="6078538"/>
              <a:ext cx="117475" cy="111125"/>
            </a:xfrm>
            <a:custGeom>
              <a:avLst/>
              <a:gdLst>
                <a:gd name="T0" fmla="*/ 3 w 40"/>
                <a:gd name="T1" fmla="*/ 14 h 38"/>
                <a:gd name="T2" fmla="*/ 15 w 40"/>
                <a:gd name="T3" fmla="*/ 36 h 38"/>
                <a:gd name="T4" fmla="*/ 37 w 40"/>
                <a:gd name="T5" fmla="*/ 24 h 38"/>
                <a:gd name="T6" fmla="*/ 25 w 40"/>
                <a:gd name="T7" fmla="*/ 2 h 38"/>
                <a:gd name="T8" fmla="*/ 3 w 40"/>
                <a:gd name="T9" fmla="*/ 1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8">
                  <a:moveTo>
                    <a:pt x="3" y="14"/>
                  </a:moveTo>
                  <a:cubicBezTo>
                    <a:pt x="0" y="23"/>
                    <a:pt x="6" y="33"/>
                    <a:pt x="15" y="36"/>
                  </a:cubicBezTo>
                  <a:cubicBezTo>
                    <a:pt x="24" y="38"/>
                    <a:pt x="34" y="33"/>
                    <a:pt x="37" y="24"/>
                  </a:cubicBezTo>
                  <a:cubicBezTo>
                    <a:pt x="40" y="14"/>
                    <a:pt x="34" y="5"/>
                    <a:pt x="25" y="2"/>
                  </a:cubicBezTo>
                  <a:cubicBezTo>
                    <a:pt x="15" y="0"/>
                    <a:pt x="6" y="5"/>
                    <a:pt x="3" y="1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6" name="任意多边形: 形状 205"/>
            <p:cNvSpPr>
              <a:spLocks/>
            </p:cNvSpPr>
            <p:nvPr userDrawn="1"/>
          </p:nvSpPr>
          <p:spPr bwMode="auto">
            <a:xfrm>
              <a:off x="3525838" y="6283325"/>
              <a:ext cx="90488" cy="90488"/>
            </a:xfrm>
            <a:custGeom>
              <a:avLst/>
              <a:gdLst>
                <a:gd name="T0" fmla="*/ 2 w 31"/>
                <a:gd name="T1" fmla="*/ 11 h 31"/>
                <a:gd name="T2" fmla="*/ 12 w 31"/>
                <a:gd name="T3" fmla="*/ 29 h 31"/>
                <a:gd name="T4" fmla="*/ 29 w 31"/>
                <a:gd name="T5" fmla="*/ 19 h 31"/>
                <a:gd name="T6" fmla="*/ 19 w 31"/>
                <a:gd name="T7" fmla="*/ 2 h 31"/>
                <a:gd name="T8" fmla="*/ 2 w 31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1">
                  <a:moveTo>
                    <a:pt x="2" y="11"/>
                  </a:moveTo>
                  <a:cubicBezTo>
                    <a:pt x="0" y="19"/>
                    <a:pt x="4" y="27"/>
                    <a:pt x="12" y="29"/>
                  </a:cubicBezTo>
                  <a:cubicBezTo>
                    <a:pt x="19" y="31"/>
                    <a:pt x="27" y="27"/>
                    <a:pt x="29" y="19"/>
                  </a:cubicBezTo>
                  <a:cubicBezTo>
                    <a:pt x="31" y="12"/>
                    <a:pt x="27" y="4"/>
                    <a:pt x="19" y="2"/>
                  </a:cubicBezTo>
                  <a:cubicBezTo>
                    <a:pt x="12" y="0"/>
                    <a:pt x="4" y="4"/>
                    <a:pt x="2" y="1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7" name="任意多边形: 形状 206"/>
            <p:cNvSpPr>
              <a:spLocks/>
            </p:cNvSpPr>
            <p:nvPr userDrawn="1"/>
          </p:nvSpPr>
          <p:spPr bwMode="auto">
            <a:xfrm>
              <a:off x="3716338" y="6242050"/>
              <a:ext cx="163513" cy="165100"/>
            </a:xfrm>
            <a:custGeom>
              <a:avLst/>
              <a:gdLst>
                <a:gd name="T0" fmla="*/ 3 w 56"/>
                <a:gd name="T1" fmla="*/ 21 h 56"/>
                <a:gd name="T2" fmla="*/ 21 w 56"/>
                <a:gd name="T3" fmla="*/ 53 h 56"/>
                <a:gd name="T4" fmla="*/ 53 w 56"/>
                <a:gd name="T5" fmla="*/ 35 h 56"/>
                <a:gd name="T6" fmla="*/ 35 w 56"/>
                <a:gd name="T7" fmla="*/ 4 h 56"/>
                <a:gd name="T8" fmla="*/ 3 w 56"/>
                <a:gd name="T9" fmla="*/ 2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6">
                  <a:moveTo>
                    <a:pt x="3" y="21"/>
                  </a:moveTo>
                  <a:cubicBezTo>
                    <a:pt x="0" y="35"/>
                    <a:pt x="7" y="49"/>
                    <a:pt x="21" y="53"/>
                  </a:cubicBezTo>
                  <a:cubicBezTo>
                    <a:pt x="35" y="56"/>
                    <a:pt x="49" y="49"/>
                    <a:pt x="53" y="35"/>
                  </a:cubicBezTo>
                  <a:cubicBezTo>
                    <a:pt x="56" y="22"/>
                    <a:pt x="49" y="8"/>
                    <a:pt x="35" y="4"/>
                  </a:cubicBezTo>
                  <a:cubicBezTo>
                    <a:pt x="21" y="0"/>
                    <a:pt x="7" y="8"/>
                    <a:pt x="3" y="21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8" name="任意多边形: 形状 207"/>
            <p:cNvSpPr>
              <a:spLocks/>
            </p:cNvSpPr>
            <p:nvPr userDrawn="1"/>
          </p:nvSpPr>
          <p:spPr bwMode="auto">
            <a:xfrm>
              <a:off x="3609976" y="575627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09" name="直接连接符 208"/>
            <p:cNvSpPr>
              <a:spLocks noChangeShapeType="1"/>
            </p:cNvSpPr>
            <p:nvPr userDrawn="1"/>
          </p:nvSpPr>
          <p:spPr bwMode="auto">
            <a:xfrm>
              <a:off x="3609976" y="575627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0" name="任意多边形: 形状 209"/>
            <p:cNvSpPr>
              <a:spLocks/>
            </p:cNvSpPr>
            <p:nvPr userDrawn="1"/>
          </p:nvSpPr>
          <p:spPr bwMode="auto">
            <a:xfrm>
              <a:off x="3586163" y="5835650"/>
              <a:ext cx="76200" cy="20638"/>
            </a:xfrm>
            <a:custGeom>
              <a:avLst/>
              <a:gdLst>
                <a:gd name="T0" fmla="*/ 0 w 48"/>
                <a:gd name="T1" fmla="*/ 0 h 13"/>
                <a:gd name="T2" fmla="*/ 48 w 48"/>
                <a:gd name="T3" fmla="*/ 13 h 13"/>
                <a:gd name="T4" fmla="*/ 0 w 48"/>
                <a:gd name="T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8" h="13">
                  <a:moveTo>
                    <a:pt x="0" y="0"/>
                  </a:moveTo>
                  <a:lnTo>
                    <a:pt x="48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1" name="直接连接符 210"/>
            <p:cNvSpPr>
              <a:spLocks noChangeShapeType="1"/>
            </p:cNvSpPr>
            <p:nvPr userDrawn="1"/>
          </p:nvSpPr>
          <p:spPr bwMode="auto">
            <a:xfrm>
              <a:off x="3586163" y="5835650"/>
              <a:ext cx="76200" cy="20638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2" name="任意多边形: 形状 211"/>
            <p:cNvSpPr>
              <a:spLocks/>
            </p:cNvSpPr>
            <p:nvPr userDrawn="1"/>
          </p:nvSpPr>
          <p:spPr bwMode="auto">
            <a:xfrm>
              <a:off x="3563938" y="5915025"/>
              <a:ext cx="117475" cy="31750"/>
            </a:xfrm>
            <a:custGeom>
              <a:avLst/>
              <a:gdLst>
                <a:gd name="T0" fmla="*/ 0 w 74"/>
                <a:gd name="T1" fmla="*/ 0 h 20"/>
                <a:gd name="T2" fmla="*/ 74 w 74"/>
                <a:gd name="T3" fmla="*/ 20 h 20"/>
                <a:gd name="T4" fmla="*/ 0 w 74"/>
                <a:gd name="T5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4" h="20">
                  <a:moveTo>
                    <a:pt x="0" y="0"/>
                  </a:moveTo>
                  <a:lnTo>
                    <a:pt x="74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3" name="直接连接符 212"/>
            <p:cNvSpPr>
              <a:spLocks noChangeShapeType="1"/>
            </p:cNvSpPr>
            <p:nvPr userDrawn="1"/>
          </p:nvSpPr>
          <p:spPr bwMode="auto">
            <a:xfrm>
              <a:off x="3563938" y="5915025"/>
              <a:ext cx="117475" cy="317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4" name="任意多边形: 形状 213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5" name="任意多边形: 形状 214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6" name="任意多边形: 形状 215"/>
            <p:cNvSpPr>
              <a:spLocks/>
            </p:cNvSpPr>
            <p:nvPr userDrawn="1"/>
          </p:nvSpPr>
          <p:spPr bwMode="auto">
            <a:xfrm>
              <a:off x="10728326" y="5202238"/>
              <a:ext cx="577850" cy="571500"/>
            </a:xfrm>
            <a:custGeom>
              <a:avLst/>
              <a:gdLst>
                <a:gd name="T0" fmla="*/ 197 w 197"/>
                <a:gd name="T1" fmla="*/ 128 h 195"/>
                <a:gd name="T2" fmla="*/ 171 w 197"/>
                <a:gd name="T3" fmla="*/ 145 h 195"/>
                <a:gd name="T4" fmla="*/ 139 w 197"/>
                <a:gd name="T5" fmla="*/ 177 h 195"/>
                <a:gd name="T6" fmla="*/ 98 w 197"/>
                <a:gd name="T7" fmla="*/ 182 h 195"/>
                <a:gd name="T8" fmla="*/ 60 w 197"/>
                <a:gd name="T9" fmla="*/ 195 h 195"/>
                <a:gd name="T10" fmla="*/ 0 w 197"/>
                <a:gd name="T11" fmla="*/ 61 h 195"/>
                <a:gd name="T12" fmla="*/ 139 w 197"/>
                <a:gd name="T13" fmla="*/ 0 h 195"/>
                <a:gd name="T14" fmla="*/ 194 w 197"/>
                <a:gd name="T15" fmla="*/ 121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7" h="195">
                  <a:moveTo>
                    <a:pt x="197" y="128"/>
                  </a:moveTo>
                  <a:cubicBezTo>
                    <a:pt x="188" y="131"/>
                    <a:pt x="179" y="137"/>
                    <a:pt x="171" y="145"/>
                  </a:cubicBezTo>
                  <a:cubicBezTo>
                    <a:pt x="161" y="156"/>
                    <a:pt x="153" y="170"/>
                    <a:pt x="139" y="177"/>
                  </a:cubicBezTo>
                  <a:cubicBezTo>
                    <a:pt x="126" y="183"/>
                    <a:pt x="112" y="181"/>
                    <a:pt x="98" y="182"/>
                  </a:cubicBezTo>
                  <a:cubicBezTo>
                    <a:pt x="84" y="182"/>
                    <a:pt x="69" y="184"/>
                    <a:pt x="60" y="195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94" y="121"/>
                    <a:pt x="194" y="121"/>
                    <a:pt x="194" y="121"/>
                  </a:cubicBezTo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7" name="任意多边形: 形状 216"/>
            <p:cNvSpPr>
              <a:spLocks/>
            </p:cNvSpPr>
            <p:nvPr userDrawn="1"/>
          </p:nvSpPr>
          <p:spPr bwMode="auto">
            <a:xfrm>
              <a:off x="10998201" y="5732463"/>
              <a:ext cx="149225" cy="146050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8" name="任意多边形: 形状 217"/>
            <p:cNvSpPr>
              <a:spLocks/>
            </p:cNvSpPr>
            <p:nvPr userDrawn="1"/>
          </p:nvSpPr>
          <p:spPr bwMode="auto">
            <a:xfrm>
              <a:off x="11080751" y="6013450"/>
              <a:ext cx="122238" cy="120650"/>
            </a:xfrm>
            <a:custGeom>
              <a:avLst/>
              <a:gdLst>
                <a:gd name="T0" fmla="*/ 4 w 42"/>
                <a:gd name="T1" fmla="*/ 28 h 41"/>
                <a:gd name="T2" fmla="*/ 28 w 42"/>
                <a:gd name="T3" fmla="*/ 37 h 41"/>
                <a:gd name="T4" fmla="*/ 37 w 42"/>
                <a:gd name="T5" fmla="*/ 13 h 41"/>
                <a:gd name="T6" fmla="*/ 13 w 42"/>
                <a:gd name="T7" fmla="*/ 4 h 41"/>
                <a:gd name="T8" fmla="*/ 4 w 42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2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19" name="任意多边形: 形状 218"/>
            <p:cNvSpPr>
              <a:spLocks/>
            </p:cNvSpPr>
            <p:nvPr userDrawn="1"/>
          </p:nvSpPr>
          <p:spPr bwMode="auto">
            <a:xfrm>
              <a:off x="11253788" y="5780088"/>
              <a:ext cx="215900" cy="215900"/>
            </a:xfrm>
            <a:custGeom>
              <a:avLst/>
              <a:gdLst>
                <a:gd name="T0" fmla="*/ 7 w 74"/>
                <a:gd name="T1" fmla="*/ 50 h 74"/>
                <a:gd name="T2" fmla="*/ 51 w 74"/>
                <a:gd name="T3" fmla="*/ 66 h 74"/>
                <a:gd name="T4" fmla="*/ 67 w 74"/>
                <a:gd name="T5" fmla="*/ 24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1" y="66"/>
                  </a:cubicBezTo>
                  <a:cubicBezTo>
                    <a:pt x="67" y="59"/>
                    <a:pt x="74" y="40"/>
                    <a:pt x="67" y="24"/>
                  </a:cubicBezTo>
                  <a:cubicBezTo>
                    <a:pt x="60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0" name="任意多边形: 形状 219"/>
            <p:cNvSpPr>
              <a:spLocks/>
            </p:cNvSpPr>
            <p:nvPr userDrawn="1"/>
          </p:nvSpPr>
          <p:spPr bwMode="auto">
            <a:xfrm>
              <a:off x="10723563" y="5167313"/>
              <a:ext cx="890588" cy="1157288"/>
            </a:xfrm>
            <a:custGeom>
              <a:avLst/>
              <a:gdLst>
                <a:gd name="T0" fmla="*/ 237 w 304"/>
                <a:gd name="T1" fmla="*/ 374 h 395"/>
                <a:gd name="T2" fmla="*/ 237 w 304"/>
                <a:gd name="T3" fmla="*/ 374 h 395"/>
                <a:gd name="T4" fmla="*/ 283 w 304"/>
                <a:gd name="T5" fmla="*/ 254 h 395"/>
                <a:gd name="T6" fmla="*/ 167 w 304"/>
                <a:gd name="T7" fmla="*/ 0 h 395"/>
                <a:gd name="T8" fmla="*/ 0 w 304"/>
                <a:gd name="T9" fmla="*/ 74 h 395"/>
                <a:gd name="T10" fmla="*/ 115 w 304"/>
                <a:gd name="T11" fmla="*/ 329 h 395"/>
                <a:gd name="T12" fmla="*/ 237 w 304"/>
                <a:gd name="T13" fmla="*/ 3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4" h="395">
                  <a:moveTo>
                    <a:pt x="237" y="374"/>
                  </a:moveTo>
                  <a:cubicBezTo>
                    <a:pt x="237" y="374"/>
                    <a:pt x="237" y="374"/>
                    <a:pt x="237" y="374"/>
                  </a:cubicBezTo>
                  <a:cubicBezTo>
                    <a:pt x="283" y="354"/>
                    <a:pt x="304" y="300"/>
                    <a:pt x="283" y="254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115" y="329"/>
                    <a:pt x="115" y="329"/>
                    <a:pt x="115" y="329"/>
                  </a:cubicBezTo>
                  <a:cubicBezTo>
                    <a:pt x="136" y="374"/>
                    <a:pt x="190" y="395"/>
                    <a:pt x="237" y="37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1" name="任意多边形: 形状 220"/>
            <p:cNvSpPr>
              <a:spLocks/>
            </p:cNvSpPr>
            <p:nvPr userDrawn="1"/>
          </p:nvSpPr>
          <p:spPr bwMode="auto">
            <a:xfrm>
              <a:off x="10547351" y="5018088"/>
              <a:ext cx="649288" cy="377825"/>
            </a:xfrm>
            <a:custGeom>
              <a:avLst/>
              <a:gdLst>
                <a:gd name="T0" fmla="*/ 33 w 409"/>
                <a:gd name="T1" fmla="*/ 238 h 238"/>
                <a:gd name="T2" fmla="*/ 409 w 409"/>
                <a:gd name="T3" fmla="*/ 72 h 238"/>
                <a:gd name="T4" fmla="*/ 376 w 409"/>
                <a:gd name="T5" fmla="*/ 0 h 238"/>
                <a:gd name="T6" fmla="*/ 0 w 409"/>
                <a:gd name="T7" fmla="*/ 166 h 238"/>
                <a:gd name="T8" fmla="*/ 33 w 409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238">
                  <a:moveTo>
                    <a:pt x="33" y="238"/>
                  </a:moveTo>
                  <a:lnTo>
                    <a:pt x="409" y="72"/>
                  </a:lnTo>
                  <a:lnTo>
                    <a:pt x="376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2" name="任意多边形: 形状 221"/>
            <p:cNvSpPr>
              <a:spLocks/>
            </p:cNvSpPr>
            <p:nvPr userDrawn="1"/>
          </p:nvSpPr>
          <p:spPr bwMode="auto">
            <a:xfrm>
              <a:off x="10617201" y="5029200"/>
              <a:ext cx="647700" cy="377825"/>
            </a:xfrm>
            <a:custGeom>
              <a:avLst/>
              <a:gdLst>
                <a:gd name="T0" fmla="*/ 33 w 408"/>
                <a:gd name="T1" fmla="*/ 238 h 238"/>
                <a:gd name="T2" fmla="*/ 408 w 408"/>
                <a:gd name="T3" fmla="*/ 72 h 238"/>
                <a:gd name="T4" fmla="*/ 377 w 408"/>
                <a:gd name="T5" fmla="*/ 0 h 238"/>
                <a:gd name="T6" fmla="*/ 0 w 408"/>
                <a:gd name="T7" fmla="*/ 166 h 238"/>
                <a:gd name="T8" fmla="*/ 33 w 408"/>
                <a:gd name="T9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8" h="238">
                  <a:moveTo>
                    <a:pt x="33" y="238"/>
                  </a:moveTo>
                  <a:lnTo>
                    <a:pt x="408" y="72"/>
                  </a:lnTo>
                  <a:lnTo>
                    <a:pt x="377" y="0"/>
                  </a:lnTo>
                  <a:lnTo>
                    <a:pt x="0" y="166"/>
                  </a:lnTo>
                  <a:lnTo>
                    <a:pt x="33" y="238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3" name="任意多边形: 形状 222"/>
            <p:cNvSpPr>
              <a:spLocks/>
            </p:cNvSpPr>
            <p:nvPr userDrawn="1"/>
          </p:nvSpPr>
          <p:spPr bwMode="auto">
            <a:xfrm>
              <a:off x="10904538" y="5562600"/>
              <a:ext cx="481013" cy="211138"/>
            </a:xfrm>
            <a:custGeom>
              <a:avLst/>
              <a:gdLst>
                <a:gd name="T0" fmla="*/ 164 w 164"/>
                <a:gd name="T1" fmla="*/ 0 h 72"/>
                <a:gd name="T2" fmla="*/ 111 w 164"/>
                <a:gd name="T3" fmla="*/ 22 h 72"/>
                <a:gd name="T4" fmla="*/ 79 w 164"/>
                <a:gd name="T5" fmla="*/ 54 h 72"/>
                <a:gd name="T6" fmla="*/ 38 w 164"/>
                <a:gd name="T7" fmla="*/ 59 h 72"/>
                <a:gd name="T8" fmla="*/ 0 w 164"/>
                <a:gd name="T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72">
                  <a:moveTo>
                    <a:pt x="164" y="0"/>
                  </a:moveTo>
                  <a:cubicBezTo>
                    <a:pt x="143" y="0"/>
                    <a:pt x="126" y="7"/>
                    <a:pt x="111" y="22"/>
                  </a:cubicBezTo>
                  <a:cubicBezTo>
                    <a:pt x="101" y="33"/>
                    <a:pt x="93" y="47"/>
                    <a:pt x="79" y="54"/>
                  </a:cubicBezTo>
                  <a:cubicBezTo>
                    <a:pt x="66" y="60"/>
                    <a:pt x="52" y="58"/>
                    <a:pt x="38" y="59"/>
                  </a:cubicBezTo>
                  <a:cubicBezTo>
                    <a:pt x="24" y="59"/>
                    <a:pt x="9" y="61"/>
                    <a:pt x="0" y="72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4" name="任意多边形: 形状 223"/>
            <p:cNvSpPr>
              <a:spLocks/>
            </p:cNvSpPr>
            <p:nvPr userDrawn="1"/>
          </p:nvSpPr>
          <p:spPr bwMode="auto">
            <a:xfrm>
              <a:off x="11060113" y="5726113"/>
              <a:ext cx="149225" cy="147638"/>
            </a:xfrm>
            <a:custGeom>
              <a:avLst/>
              <a:gdLst>
                <a:gd name="T0" fmla="*/ 5 w 51"/>
                <a:gd name="T1" fmla="*/ 34 h 50"/>
                <a:gd name="T2" fmla="*/ 34 w 51"/>
                <a:gd name="T3" fmla="*/ 45 h 50"/>
                <a:gd name="T4" fmla="*/ 46 w 51"/>
                <a:gd name="T5" fmla="*/ 16 h 50"/>
                <a:gd name="T6" fmla="*/ 16 w 51"/>
                <a:gd name="T7" fmla="*/ 5 h 50"/>
                <a:gd name="T8" fmla="*/ 5 w 51"/>
                <a:gd name="T9" fmla="*/ 3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5" y="34"/>
                  </a:moveTo>
                  <a:cubicBezTo>
                    <a:pt x="10" y="45"/>
                    <a:pt x="23" y="50"/>
                    <a:pt x="34" y="45"/>
                  </a:cubicBezTo>
                  <a:cubicBezTo>
                    <a:pt x="46" y="40"/>
                    <a:pt x="51" y="27"/>
                    <a:pt x="46" y="16"/>
                  </a:cubicBezTo>
                  <a:cubicBezTo>
                    <a:pt x="41" y="5"/>
                    <a:pt x="27" y="0"/>
                    <a:pt x="16" y="5"/>
                  </a:cubicBezTo>
                  <a:cubicBezTo>
                    <a:pt x="5" y="10"/>
                    <a:pt x="0" y="23"/>
                    <a:pt x="5" y="34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5" name="任意多边形: 形状 224"/>
            <p:cNvSpPr>
              <a:spLocks/>
            </p:cNvSpPr>
            <p:nvPr userDrawn="1"/>
          </p:nvSpPr>
          <p:spPr bwMode="auto">
            <a:xfrm>
              <a:off x="11141076" y="6008688"/>
              <a:ext cx="120650" cy="119063"/>
            </a:xfrm>
            <a:custGeom>
              <a:avLst/>
              <a:gdLst>
                <a:gd name="T0" fmla="*/ 4 w 41"/>
                <a:gd name="T1" fmla="*/ 28 h 41"/>
                <a:gd name="T2" fmla="*/ 28 w 41"/>
                <a:gd name="T3" fmla="*/ 37 h 41"/>
                <a:gd name="T4" fmla="*/ 37 w 41"/>
                <a:gd name="T5" fmla="*/ 13 h 41"/>
                <a:gd name="T6" fmla="*/ 13 w 41"/>
                <a:gd name="T7" fmla="*/ 4 h 41"/>
                <a:gd name="T8" fmla="*/ 4 w 41"/>
                <a:gd name="T9" fmla="*/ 28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4" y="28"/>
                  </a:moveTo>
                  <a:cubicBezTo>
                    <a:pt x="8" y="37"/>
                    <a:pt x="19" y="41"/>
                    <a:pt x="28" y="37"/>
                  </a:cubicBezTo>
                  <a:cubicBezTo>
                    <a:pt x="37" y="33"/>
                    <a:pt x="41" y="22"/>
                    <a:pt x="37" y="13"/>
                  </a:cubicBezTo>
                  <a:cubicBezTo>
                    <a:pt x="33" y="4"/>
                    <a:pt x="23" y="0"/>
                    <a:pt x="13" y="4"/>
                  </a:cubicBezTo>
                  <a:cubicBezTo>
                    <a:pt x="4" y="8"/>
                    <a:pt x="0" y="19"/>
                    <a:pt x="4" y="28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6" name="任意多边形: 形状 225"/>
            <p:cNvSpPr>
              <a:spLocks/>
            </p:cNvSpPr>
            <p:nvPr userDrawn="1"/>
          </p:nvSpPr>
          <p:spPr bwMode="auto">
            <a:xfrm>
              <a:off x="11314113" y="5773738"/>
              <a:ext cx="217488" cy="217488"/>
            </a:xfrm>
            <a:custGeom>
              <a:avLst/>
              <a:gdLst>
                <a:gd name="T0" fmla="*/ 7 w 74"/>
                <a:gd name="T1" fmla="*/ 50 h 74"/>
                <a:gd name="T2" fmla="*/ 50 w 74"/>
                <a:gd name="T3" fmla="*/ 66 h 74"/>
                <a:gd name="T4" fmla="*/ 67 w 74"/>
                <a:gd name="T5" fmla="*/ 23 h 74"/>
                <a:gd name="T6" fmla="*/ 24 w 74"/>
                <a:gd name="T7" fmla="*/ 7 h 74"/>
                <a:gd name="T8" fmla="*/ 7 w 74"/>
                <a:gd name="T9" fmla="*/ 5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4">
                  <a:moveTo>
                    <a:pt x="7" y="50"/>
                  </a:moveTo>
                  <a:cubicBezTo>
                    <a:pt x="15" y="66"/>
                    <a:pt x="34" y="74"/>
                    <a:pt x="50" y="66"/>
                  </a:cubicBezTo>
                  <a:cubicBezTo>
                    <a:pt x="67" y="59"/>
                    <a:pt x="74" y="40"/>
                    <a:pt x="67" y="23"/>
                  </a:cubicBezTo>
                  <a:cubicBezTo>
                    <a:pt x="59" y="7"/>
                    <a:pt x="40" y="0"/>
                    <a:pt x="24" y="7"/>
                  </a:cubicBezTo>
                  <a:cubicBezTo>
                    <a:pt x="7" y="15"/>
                    <a:pt x="0" y="34"/>
                    <a:pt x="7" y="50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7" name="任意多边形: 形状 226"/>
            <p:cNvSpPr>
              <a:spLocks/>
            </p:cNvSpPr>
            <p:nvPr userDrawn="1"/>
          </p:nvSpPr>
          <p:spPr bwMode="auto">
            <a:xfrm>
              <a:off x="10763251" y="5413375"/>
              <a:ext cx="141288" cy="61913"/>
            </a:xfrm>
            <a:custGeom>
              <a:avLst/>
              <a:gdLst>
                <a:gd name="T0" fmla="*/ 0 w 89"/>
                <a:gd name="T1" fmla="*/ 39 h 39"/>
                <a:gd name="T2" fmla="*/ 89 w 89"/>
                <a:gd name="T3" fmla="*/ 0 h 39"/>
                <a:gd name="T4" fmla="*/ 0 w 89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" h="39">
                  <a:moveTo>
                    <a:pt x="0" y="39"/>
                  </a:moveTo>
                  <a:lnTo>
                    <a:pt x="89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8" name="直接连接符 227"/>
            <p:cNvSpPr>
              <a:spLocks noChangeShapeType="1"/>
            </p:cNvSpPr>
            <p:nvPr userDrawn="1"/>
          </p:nvSpPr>
          <p:spPr bwMode="auto">
            <a:xfrm flipV="1">
              <a:off x="10763251" y="5413375"/>
              <a:ext cx="141288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29" name="任意多边形: 形状 228"/>
            <p:cNvSpPr>
              <a:spLocks/>
            </p:cNvSpPr>
            <p:nvPr userDrawn="1"/>
          </p:nvSpPr>
          <p:spPr bwMode="auto">
            <a:xfrm>
              <a:off x="10804526" y="5530850"/>
              <a:ext cx="93663" cy="41275"/>
            </a:xfrm>
            <a:custGeom>
              <a:avLst/>
              <a:gdLst>
                <a:gd name="T0" fmla="*/ 0 w 59"/>
                <a:gd name="T1" fmla="*/ 26 h 26"/>
                <a:gd name="T2" fmla="*/ 59 w 59"/>
                <a:gd name="T3" fmla="*/ 0 h 26"/>
                <a:gd name="T4" fmla="*/ 0 w 59"/>
                <a:gd name="T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6">
                  <a:moveTo>
                    <a:pt x="0" y="26"/>
                  </a:moveTo>
                  <a:lnTo>
                    <a:pt x="59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0" name="直接连接符 229"/>
            <p:cNvSpPr>
              <a:spLocks noChangeShapeType="1"/>
            </p:cNvSpPr>
            <p:nvPr userDrawn="1"/>
          </p:nvSpPr>
          <p:spPr bwMode="auto">
            <a:xfrm flipV="1">
              <a:off x="10804526" y="5530850"/>
              <a:ext cx="93663" cy="41275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1" name="任意多边形: 形状 230"/>
            <p:cNvSpPr>
              <a:spLocks/>
            </p:cNvSpPr>
            <p:nvPr userDrawn="1"/>
          </p:nvSpPr>
          <p:spPr bwMode="auto">
            <a:xfrm>
              <a:off x="10848976" y="5603875"/>
              <a:ext cx="142875" cy="61913"/>
            </a:xfrm>
            <a:custGeom>
              <a:avLst/>
              <a:gdLst>
                <a:gd name="T0" fmla="*/ 0 w 90"/>
                <a:gd name="T1" fmla="*/ 39 h 39"/>
                <a:gd name="T2" fmla="*/ 90 w 90"/>
                <a:gd name="T3" fmla="*/ 0 h 39"/>
                <a:gd name="T4" fmla="*/ 0 w 90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39">
                  <a:moveTo>
                    <a:pt x="0" y="39"/>
                  </a:moveTo>
                  <a:lnTo>
                    <a:pt x="90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2" name="直接连接符 231"/>
            <p:cNvSpPr>
              <a:spLocks noChangeShapeType="1"/>
            </p:cNvSpPr>
            <p:nvPr userDrawn="1"/>
          </p:nvSpPr>
          <p:spPr bwMode="auto">
            <a:xfrm flipV="1">
              <a:off x="10848976" y="5603875"/>
              <a:ext cx="142875" cy="61913"/>
            </a:xfrm>
            <a:prstGeom prst="line">
              <a:avLst/>
            </a:pr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3" name="任意多边形: 形状 232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4" name="任意多边形: 形状 233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5" name="任意多边形: 形状 234"/>
            <p:cNvSpPr>
              <a:spLocks/>
            </p:cNvSpPr>
            <p:nvPr userDrawn="1"/>
          </p:nvSpPr>
          <p:spPr bwMode="auto">
            <a:xfrm>
              <a:off x="1384301" y="3657600"/>
              <a:ext cx="568325" cy="585788"/>
            </a:xfrm>
            <a:custGeom>
              <a:avLst/>
              <a:gdLst>
                <a:gd name="T0" fmla="*/ 358 w 358"/>
                <a:gd name="T1" fmla="*/ 294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4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4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6" name="任意多边形: 形状 235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7" name="任意多边形: 形状 236"/>
            <p:cNvSpPr>
              <a:spLocks/>
            </p:cNvSpPr>
            <p:nvPr userDrawn="1"/>
          </p:nvSpPr>
          <p:spPr bwMode="auto">
            <a:xfrm>
              <a:off x="1190626" y="3543300"/>
              <a:ext cx="307975" cy="298450"/>
            </a:xfrm>
            <a:custGeom>
              <a:avLst/>
              <a:gdLst>
                <a:gd name="T0" fmla="*/ 194 w 194"/>
                <a:gd name="T1" fmla="*/ 83 h 188"/>
                <a:gd name="T2" fmla="*/ 78 w 194"/>
                <a:gd name="T3" fmla="*/ 188 h 188"/>
                <a:gd name="T4" fmla="*/ 0 w 194"/>
                <a:gd name="T5" fmla="*/ 103 h 188"/>
                <a:gd name="T6" fmla="*/ 114 w 194"/>
                <a:gd name="T7" fmla="*/ 0 h 188"/>
                <a:gd name="T8" fmla="*/ 194 w 194"/>
                <a:gd name="T9" fmla="*/ 83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4" h="188">
                  <a:moveTo>
                    <a:pt x="194" y="83"/>
                  </a:moveTo>
                  <a:lnTo>
                    <a:pt x="78" y="188"/>
                  </a:lnTo>
                  <a:lnTo>
                    <a:pt x="0" y="103"/>
                  </a:lnTo>
                  <a:lnTo>
                    <a:pt x="114" y="0"/>
                  </a:lnTo>
                  <a:lnTo>
                    <a:pt x="194" y="8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8" name="任意多边形: 形状 237"/>
            <p:cNvSpPr>
              <a:spLocks/>
            </p:cNvSpPr>
            <p:nvPr userDrawn="1"/>
          </p:nvSpPr>
          <p:spPr bwMode="auto">
            <a:xfrm>
              <a:off x="1336676" y="3698875"/>
              <a:ext cx="568325" cy="585788"/>
            </a:xfrm>
            <a:custGeom>
              <a:avLst/>
              <a:gdLst>
                <a:gd name="T0" fmla="*/ 358 w 358"/>
                <a:gd name="T1" fmla="*/ 293 h 369"/>
                <a:gd name="T2" fmla="*/ 273 w 358"/>
                <a:gd name="T3" fmla="*/ 369 h 369"/>
                <a:gd name="T4" fmla="*/ 0 w 358"/>
                <a:gd name="T5" fmla="*/ 76 h 369"/>
                <a:gd name="T6" fmla="*/ 85 w 358"/>
                <a:gd name="T7" fmla="*/ 0 h 369"/>
                <a:gd name="T8" fmla="*/ 358 w 358"/>
                <a:gd name="T9" fmla="*/ 29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8" h="369">
                  <a:moveTo>
                    <a:pt x="358" y="293"/>
                  </a:moveTo>
                  <a:lnTo>
                    <a:pt x="273" y="369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358" y="293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39" name="任意多边形: 形状 238"/>
            <p:cNvSpPr>
              <a:spLocks/>
            </p:cNvSpPr>
            <p:nvPr userDrawn="1"/>
          </p:nvSpPr>
          <p:spPr bwMode="auto">
            <a:xfrm>
              <a:off x="1770063" y="4164013"/>
              <a:ext cx="211138" cy="206375"/>
            </a:xfrm>
            <a:custGeom>
              <a:avLst/>
              <a:gdLst>
                <a:gd name="T0" fmla="*/ 133 w 133"/>
                <a:gd name="T1" fmla="*/ 54 h 130"/>
                <a:gd name="T2" fmla="*/ 50 w 133"/>
                <a:gd name="T3" fmla="*/ 130 h 130"/>
                <a:gd name="T4" fmla="*/ 0 w 133"/>
                <a:gd name="T5" fmla="*/ 76 h 130"/>
                <a:gd name="T6" fmla="*/ 85 w 133"/>
                <a:gd name="T7" fmla="*/ 0 h 130"/>
                <a:gd name="T8" fmla="*/ 133 w 133"/>
                <a:gd name="T9" fmla="*/ 54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130">
                  <a:moveTo>
                    <a:pt x="133" y="54"/>
                  </a:moveTo>
                  <a:lnTo>
                    <a:pt x="50" y="130"/>
                  </a:lnTo>
                  <a:lnTo>
                    <a:pt x="0" y="76"/>
                  </a:lnTo>
                  <a:lnTo>
                    <a:pt x="85" y="0"/>
                  </a:lnTo>
                  <a:lnTo>
                    <a:pt x="133" y="54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0" name="任意多边形: 形状 239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1" name="任意多边形: 形状 240"/>
            <p:cNvSpPr>
              <a:spLocks/>
            </p:cNvSpPr>
            <p:nvPr userDrawn="1"/>
          </p:nvSpPr>
          <p:spPr bwMode="auto">
            <a:xfrm>
              <a:off x="525463" y="2736850"/>
              <a:ext cx="1111250" cy="1096963"/>
            </a:xfrm>
            <a:custGeom>
              <a:avLst/>
              <a:gdLst>
                <a:gd name="T0" fmla="*/ 315 w 379"/>
                <a:gd name="T1" fmla="*/ 73 h 374"/>
                <a:gd name="T2" fmla="*/ 305 w 379"/>
                <a:gd name="T3" fmla="*/ 311 h 374"/>
                <a:gd name="T4" fmla="*/ 64 w 379"/>
                <a:gd name="T5" fmla="*/ 301 h 374"/>
                <a:gd name="T6" fmla="*/ 74 w 379"/>
                <a:gd name="T7" fmla="*/ 63 h 374"/>
                <a:gd name="T8" fmla="*/ 315 w 379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9" h="374">
                  <a:moveTo>
                    <a:pt x="315" y="73"/>
                  </a:moveTo>
                  <a:cubicBezTo>
                    <a:pt x="379" y="142"/>
                    <a:pt x="374" y="248"/>
                    <a:pt x="305" y="311"/>
                  </a:cubicBezTo>
                  <a:cubicBezTo>
                    <a:pt x="235" y="374"/>
                    <a:pt x="128" y="369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2" name="任意多边形: 形状 241"/>
            <p:cNvSpPr>
              <a:spLocks/>
            </p:cNvSpPr>
            <p:nvPr userDrawn="1"/>
          </p:nvSpPr>
          <p:spPr bwMode="auto">
            <a:xfrm>
              <a:off x="449263" y="2778125"/>
              <a:ext cx="1108075" cy="1096963"/>
            </a:xfrm>
            <a:custGeom>
              <a:avLst/>
              <a:gdLst>
                <a:gd name="T0" fmla="*/ 315 w 378"/>
                <a:gd name="T1" fmla="*/ 73 h 374"/>
                <a:gd name="T2" fmla="*/ 305 w 378"/>
                <a:gd name="T3" fmla="*/ 311 h 374"/>
                <a:gd name="T4" fmla="*/ 64 w 378"/>
                <a:gd name="T5" fmla="*/ 301 h 374"/>
                <a:gd name="T6" fmla="*/ 74 w 378"/>
                <a:gd name="T7" fmla="*/ 63 h 374"/>
                <a:gd name="T8" fmla="*/ 315 w 378"/>
                <a:gd name="T9" fmla="*/ 73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8" h="374">
                  <a:moveTo>
                    <a:pt x="315" y="73"/>
                  </a:moveTo>
                  <a:cubicBezTo>
                    <a:pt x="378" y="142"/>
                    <a:pt x="374" y="248"/>
                    <a:pt x="305" y="311"/>
                  </a:cubicBezTo>
                  <a:cubicBezTo>
                    <a:pt x="235" y="374"/>
                    <a:pt x="127" y="370"/>
                    <a:pt x="64" y="301"/>
                  </a:cubicBezTo>
                  <a:cubicBezTo>
                    <a:pt x="0" y="233"/>
                    <a:pt x="5" y="126"/>
                    <a:pt x="74" y="63"/>
                  </a:cubicBezTo>
                  <a:cubicBezTo>
                    <a:pt x="143" y="0"/>
                    <a:pt x="251" y="5"/>
                    <a:pt x="315" y="7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3" name="任意多边形: 形状 242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4" name="任意多边形: 形状 243"/>
            <p:cNvSpPr>
              <a:spLocks/>
            </p:cNvSpPr>
            <p:nvPr userDrawn="1"/>
          </p:nvSpPr>
          <p:spPr bwMode="auto">
            <a:xfrm>
              <a:off x="601663" y="2930525"/>
              <a:ext cx="803275" cy="792163"/>
            </a:xfrm>
            <a:custGeom>
              <a:avLst/>
              <a:gdLst>
                <a:gd name="T0" fmla="*/ 228 w 274"/>
                <a:gd name="T1" fmla="*/ 53 h 270"/>
                <a:gd name="T2" fmla="*/ 221 w 274"/>
                <a:gd name="T3" fmla="*/ 225 h 270"/>
                <a:gd name="T4" fmla="*/ 46 w 274"/>
                <a:gd name="T5" fmla="*/ 217 h 270"/>
                <a:gd name="T6" fmla="*/ 54 w 274"/>
                <a:gd name="T7" fmla="*/ 46 h 270"/>
                <a:gd name="T8" fmla="*/ 228 w 274"/>
                <a:gd name="T9" fmla="*/ 53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4" h="270">
                  <a:moveTo>
                    <a:pt x="228" y="53"/>
                  </a:moveTo>
                  <a:cubicBezTo>
                    <a:pt x="274" y="102"/>
                    <a:pt x="271" y="179"/>
                    <a:pt x="221" y="225"/>
                  </a:cubicBezTo>
                  <a:cubicBezTo>
                    <a:pt x="170" y="270"/>
                    <a:pt x="93" y="267"/>
                    <a:pt x="46" y="217"/>
                  </a:cubicBezTo>
                  <a:cubicBezTo>
                    <a:pt x="0" y="168"/>
                    <a:pt x="4" y="91"/>
                    <a:pt x="54" y="46"/>
                  </a:cubicBezTo>
                  <a:cubicBezTo>
                    <a:pt x="104" y="0"/>
                    <a:pt x="182" y="3"/>
                    <a:pt x="228" y="53"/>
                  </a:cubicBez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5" name="任意多边形: 形状 244"/>
            <p:cNvSpPr>
              <a:spLocks/>
            </p:cNvSpPr>
            <p:nvPr userDrawn="1"/>
          </p:nvSpPr>
          <p:spPr bwMode="auto">
            <a:xfrm>
              <a:off x="712788" y="3238500"/>
              <a:ext cx="23813" cy="163513"/>
            </a:xfrm>
            <a:custGeom>
              <a:avLst/>
              <a:gdLst>
                <a:gd name="T0" fmla="*/ 7 w 8"/>
                <a:gd name="T1" fmla="*/ 56 h 56"/>
                <a:gd name="T2" fmla="*/ 8 w 8"/>
                <a:gd name="T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" h="56">
                  <a:moveTo>
                    <a:pt x="7" y="56"/>
                  </a:moveTo>
                  <a:cubicBezTo>
                    <a:pt x="0" y="38"/>
                    <a:pt x="0" y="16"/>
                    <a:pt x="8" y="0"/>
                  </a:cubicBezTo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6" name="任意多边形: 形状 245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7" name="任意多边形: 形状 246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8" name="任意多边形: 形状 247"/>
            <p:cNvSpPr>
              <a:spLocks/>
            </p:cNvSpPr>
            <p:nvPr userDrawn="1"/>
          </p:nvSpPr>
          <p:spPr bwMode="auto">
            <a:xfrm>
              <a:off x="8110538" y="5364163"/>
              <a:ext cx="549275" cy="476250"/>
            </a:xfrm>
            <a:custGeom>
              <a:avLst/>
              <a:gdLst>
                <a:gd name="T0" fmla="*/ 62 w 346"/>
                <a:gd name="T1" fmla="*/ 0 h 300"/>
                <a:gd name="T2" fmla="*/ 0 w 346"/>
                <a:gd name="T3" fmla="*/ 77 h 300"/>
                <a:gd name="T4" fmla="*/ 284 w 346"/>
                <a:gd name="T5" fmla="*/ 300 h 300"/>
                <a:gd name="T6" fmla="*/ 346 w 346"/>
                <a:gd name="T7" fmla="*/ 221 h 300"/>
                <a:gd name="T8" fmla="*/ 62 w 346"/>
                <a:gd name="T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00">
                  <a:moveTo>
                    <a:pt x="62" y="0"/>
                  </a:moveTo>
                  <a:lnTo>
                    <a:pt x="0" y="77"/>
                  </a:lnTo>
                  <a:lnTo>
                    <a:pt x="284" y="300"/>
                  </a:lnTo>
                  <a:lnTo>
                    <a:pt x="346" y="221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49" name="任意多边形: 形状 248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0" name="任意多边形: 形状 249"/>
            <p:cNvSpPr>
              <a:spLocks/>
            </p:cNvSpPr>
            <p:nvPr userDrawn="1"/>
          </p:nvSpPr>
          <p:spPr bwMode="auto">
            <a:xfrm>
              <a:off x="8509001" y="5735638"/>
              <a:ext cx="268288" cy="273050"/>
            </a:xfrm>
            <a:custGeom>
              <a:avLst/>
              <a:gdLst>
                <a:gd name="T0" fmla="*/ 86 w 169"/>
                <a:gd name="T1" fmla="*/ 0 h 172"/>
                <a:gd name="T2" fmla="*/ 0 w 169"/>
                <a:gd name="T3" fmla="*/ 109 h 172"/>
                <a:gd name="T4" fmla="*/ 83 w 169"/>
                <a:gd name="T5" fmla="*/ 172 h 172"/>
                <a:gd name="T6" fmla="*/ 169 w 169"/>
                <a:gd name="T7" fmla="*/ 63 h 172"/>
                <a:gd name="T8" fmla="*/ 86 w 169"/>
                <a:gd name="T9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" h="172">
                  <a:moveTo>
                    <a:pt x="86" y="0"/>
                  </a:moveTo>
                  <a:lnTo>
                    <a:pt x="0" y="109"/>
                  </a:lnTo>
                  <a:lnTo>
                    <a:pt x="83" y="172"/>
                  </a:lnTo>
                  <a:lnTo>
                    <a:pt x="169" y="63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1" name="任意多边形: 形状 250"/>
            <p:cNvSpPr>
              <a:spLocks/>
            </p:cNvSpPr>
            <p:nvPr userDrawn="1"/>
          </p:nvSpPr>
          <p:spPr bwMode="auto">
            <a:xfrm>
              <a:off x="8074026" y="5407025"/>
              <a:ext cx="550863" cy="477838"/>
            </a:xfrm>
            <a:custGeom>
              <a:avLst/>
              <a:gdLst>
                <a:gd name="T0" fmla="*/ 63 w 347"/>
                <a:gd name="T1" fmla="*/ 0 h 301"/>
                <a:gd name="T2" fmla="*/ 0 w 347"/>
                <a:gd name="T3" fmla="*/ 78 h 301"/>
                <a:gd name="T4" fmla="*/ 285 w 347"/>
                <a:gd name="T5" fmla="*/ 301 h 301"/>
                <a:gd name="T6" fmla="*/ 347 w 347"/>
                <a:gd name="T7" fmla="*/ 222 h 301"/>
                <a:gd name="T8" fmla="*/ 63 w 347"/>
                <a:gd name="T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01">
                  <a:moveTo>
                    <a:pt x="63" y="0"/>
                  </a:moveTo>
                  <a:lnTo>
                    <a:pt x="0" y="78"/>
                  </a:lnTo>
                  <a:lnTo>
                    <a:pt x="285" y="301"/>
                  </a:lnTo>
                  <a:lnTo>
                    <a:pt x="347" y="222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2" name="任意多边形: 形状 251"/>
            <p:cNvSpPr>
              <a:spLocks/>
            </p:cNvSpPr>
            <p:nvPr userDrawn="1"/>
          </p:nvSpPr>
          <p:spPr bwMode="auto">
            <a:xfrm>
              <a:off x="7993063" y="5343525"/>
              <a:ext cx="180975" cy="187325"/>
            </a:xfrm>
            <a:custGeom>
              <a:avLst/>
              <a:gdLst>
                <a:gd name="T0" fmla="*/ 63 w 114"/>
                <a:gd name="T1" fmla="*/ 0 h 118"/>
                <a:gd name="T2" fmla="*/ 0 w 114"/>
                <a:gd name="T3" fmla="*/ 79 h 118"/>
                <a:gd name="T4" fmla="*/ 51 w 114"/>
                <a:gd name="T5" fmla="*/ 118 h 118"/>
                <a:gd name="T6" fmla="*/ 114 w 114"/>
                <a:gd name="T7" fmla="*/ 40 h 118"/>
                <a:gd name="T8" fmla="*/ 63 w 114"/>
                <a:gd name="T9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18">
                  <a:moveTo>
                    <a:pt x="63" y="0"/>
                  </a:moveTo>
                  <a:lnTo>
                    <a:pt x="0" y="79"/>
                  </a:lnTo>
                  <a:lnTo>
                    <a:pt x="51" y="118"/>
                  </a:lnTo>
                  <a:lnTo>
                    <a:pt x="114" y="40"/>
                  </a:lnTo>
                  <a:lnTo>
                    <a:pt x="63" y="0"/>
                  </a:ln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3" name="任意多边形: 形状 252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4" name="任意多边形: 形状 253"/>
            <p:cNvSpPr>
              <a:spLocks/>
            </p:cNvSpPr>
            <p:nvPr userDrawn="1"/>
          </p:nvSpPr>
          <p:spPr bwMode="auto">
            <a:xfrm>
              <a:off x="8523288" y="5576888"/>
              <a:ext cx="1012825" cy="1000125"/>
            </a:xfrm>
            <a:custGeom>
              <a:avLst/>
              <a:gdLst>
                <a:gd name="T0" fmla="*/ 267 w 346"/>
                <a:gd name="T1" fmla="*/ 52 h 341"/>
                <a:gd name="T2" fmla="*/ 52 w 346"/>
                <a:gd name="T3" fmla="*/ 77 h 341"/>
                <a:gd name="T4" fmla="*/ 79 w 346"/>
                <a:gd name="T5" fmla="*/ 290 h 341"/>
                <a:gd name="T6" fmla="*/ 293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2" y="77"/>
                  </a:cubicBezTo>
                  <a:cubicBezTo>
                    <a:pt x="0" y="142"/>
                    <a:pt x="12" y="238"/>
                    <a:pt x="79" y="290"/>
                  </a:cubicBezTo>
                  <a:cubicBezTo>
                    <a:pt x="145" y="341"/>
                    <a:pt x="241" y="330"/>
                    <a:pt x="293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5" name="任意多边形: 形状 254"/>
            <p:cNvSpPr>
              <a:spLocks/>
            </p:cNvSpPr>
            <p:nvPr userDrawn="1"/>
          </p:nvSpPr>
          <p:spPr bwMode="auto">
            <a:xfrm>
              <a:off x="8489951" y="5648325"/>
              <a:ext cx="1014413" cy="998538"/>
            </a:xfrm>
            <a:custGeom>
              <a:avLst/>
              <a:gdLst>
                <a:gd name="T0" fmla="*/ 267 w 346"/>
                <a:gd name="T1" fmla="*/ 52 h 341"/>
                <a:gd name="T2" fmla="*/ 53 w 346"/>
                <a:gd name="T3" fmla="*/ 77 h 341"/>
                <a:gd name="T4" fmla="*/ 79 w 346"/>
                <a:gd name="T5" fmla="*/ 290 h 341"/>
                <a:gd name="T6" fmla="*/ 294 w 346"/>
                <a:gd name="T7" fmla="*/ 265 h 341"/>
                <a:gd name="T8" fmla="*/ 267 w 346"/>
                <a:gd name="T9" fmla="*/ 52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6" h="341">
                  <a:moveTo>
                    <a:pt x="267" y="52"/>
                  </a:moveTo>
                  <a:cubicBezTo>
                    <a:pt x="201" y="0"/>
                    <a:pt x="105" y="11"/>
                    <a:pt x="53" y="77"/>
                  </a:cubicBezTo>
                  <a:cubicBezTo>
                    <a:pt x="0" y="143"/>
                    <a:pt x="12" y="238"/>
                    <a:pt x="79" y="290"/>
                  </a:cubicBezTo>
                  <a:cubicBezTo>
                    <a:pt x="145" y="341"/>
                    <a:pt x="241" y="330"/>
                    <a:pt x="294" y="265"/>
                  </a:cubicBezTo>
                  <a:cubicBezTo>
                    <a:pt x="346" y="199"/>
                    <a:pt x="334" y="104"/>
                    <a:pt x="267" y="52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6" name="任意多边形: 形状 255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7" name="任意多边形: 形状 256"/>
            <p:cNvSpPr>
              <a:spLocks/>
            </p:cNvSpPr>
            <p:nvPr userDrawn="1"/>
          </p:nvSpPr>
          <p:spPr bwMode="auto">
            <a:xfrm>
              <a:off x="8631238" y="5788025"/>
              <a:ext cx="731838" cy="720725"/>
            </a:xfrm>
            <a:custGeom>
              <a:avLst/>
              <a:gdLst>
                <a:gd name="T0" fmla="*/ 193 w 250"/>
                <a:gd name="T1" fmla="*/ 37 h 246"/>
                <a:gd name="T2" fmla="*/ 38 w 250"/>
                <a:gd name="T3" fmla="*/ 55 h 246"/>
                <a:gd name="T4" fmla="*/ 57 w 250"/>
                <a:gd name="T5" fmla="*/ 209 h 246"/>
                <a:gd name="T6" fmla="*/ 212 w 250"/>
                <a:gd name="T7" fmla="*/ 191 h 246"/>
                <a:gd name="T8" fmla="*/ 193 w 250"/>
                <a:gd name="T9" fmla="*/ 37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0" h="246">
                  <a:moveTo>
                    <a:pt x="193" y="37"/>
                  </a:moveTo>
                  <a:cubicBezTo>
                    <a:pt x="145" y="0"/>
                    <a:pt x="76" y="8"/>
                    <a:pt x="38" y="55"/>
                  </a:cubicBezTo>
                  <a:cubicBezTo>
                    <a:pt x="0" y="102"/>
                    <a:pt x="9" y="171"/>
                    <a:pt x="57" y="209"/>
                  </a:cubicBezTo>
                  <a:cubicBezTo>
                    <a:pt x="105" y="246"/>
                    <a:pt x="175" y="238"/>
                    <a:pt x="212" y="191"/>
                  </a:cubicBezTo>
                  <a:cubicBezTo>
                    <a:pt x="250" y="143"/>
                    <a:pt x="241" y="75"/>
                    <a:pt x="193" y="37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8" name="任意多边形: 形状 257"/>
            <p:cNvSpPr>
              <a:spLocks/>
            </p:cNvSpPr>
            <p:nvPr userDrawn="1"/>
          </p:nvSpPr>
          <p:spPr bwMode="auto">
            <a:xfrm>
              <a:off x="8947151" y="6380163"/>
              <a:ext cx="149225" cy="26988"/>
            </a:xfrm>
            <a:custGeom>
              <a:avLst/>
              <a:gdLst>
                <a:gd name="T0" fmla="*/ 0 w 51"/>
                <a:gd name="T1" fmla="*/ 4 h 9"/>
                <a:gd name="T2" fmla="*/ 51 w 51"/>
                <a:gd name="T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1" h="9">
                  <a:moveTo>
                    <a:pt x="0" y="4"/>
                  </a:moveTo>
                  <a:cubicBezTo>
                    <a:pt x="17" y="9"/>
                    <a:pt x="37" y="8"/>
                    <a:pt x="51" y="0"/>
                  </a:cubicBezTo>
                </a:path>
              </a:pathLst>
            </a:custGeom>
            <a:noFill/>
            <a:ln w="3810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59" name="任意多边形: 形状 258"/>
            <p:cNvSpPr>
              <a:spLocks/>
            </p:cNvSpPr>
            <p:nvPr userDrawn="1"/>
          </p:nvSpPr>
          <p:spPr bwMode="auto">
            <a:xfrm>
              <a:off x="1565276" y="5021263"/>
              <a:ext cx="1416050" cy="1139825"/>
            </a:xfrm>
            <a:custGeom>
              <a:avLst/>
              <a:gdLst>
                <a:gd name="T0" fmla="*/ 401 w 483"/>
                <a:gd name="T1" fmla="*/ 0 h 389"/>
                <a:gd name="T2" fmla="*/ 471 w 483"/>
                <a:gd name="T3" fmla="*/ 226 h 389"/>
                <a:gd name="T4" fmla="*/ 292 w 483"/>
                <a:gd name="T5" fmla="*/ 355 h 389"/>
                <a:gd name="T6" fmla="*/ 71 w 483"/>
                <a:gd name="T7" fmla="*/ 349 h 389"/>
                <a:gd name="T8" fmla="*/ 0 w 483"/>
                <a:gd name="T9" fmla="*/ 123 h 389"/>
                <a:gd name="T10" fmla="*/ 401 w 483"/>
                <a:gd name="T11" fmla="*/ 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3" h="389">
                  <a:moveTo>
                    <a:pt x="401" y="0"/>
                  </a:moveTo>
                  <a:cubicBezTo>
                    <a:pt x="471" y="226"/>
                    <a:pt x="471" y="226"/>
                    <a:pt x="471" y="226"/>
                  </a:cubicBezTo>
                  <a:cubicBezTo>
                    <a:pt x="483" y="263"/>
                    <a:pt x="403" y="321"/>
                    <a:pt x="292" y="355"/>
                  </a:cubicBezTo>
                  <a:cubicBezTo>
                    <a:pt x="182" y="389"/>
                    <a:pt x="82" y="386"/>
                    <a:pt x="71" y="349"/>
                  </a:cubicBezTo>
                  <a:cubicBezTo>
                    <a:pt x="0" y="123"/>
                    <a:pt x="0" y="123"/>
                    <a:pt x="0" y="123"/>
                  </a:cubicBezTo>
                  <a:lnTo>
                    <a:pt x="401" y="0"/>
                  </a:lnTo>
                  <a:close/>
                </a:path>
              </a:pathLst>
            </a:custGeom>
            <a:solidFill>
              <a:srgbClr val="FFFFFF"/>
            </a:solidFill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0" name="任意多边形: 形状 259"/>
            <p:cNvSpPr>
              <a:spLocks/>
            </p:cNvSpPr>
            <p:nvPr userDrawn="1"/>
          </p:nvSpPr>
          <p:spPr bwMode="auto">
            <a:xfrm>
              <a:off x="1706563" y="5614988"/>
              <a:ext cx="1244600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1 h 205"/>
                <a:gd name="T6" fmla="*/ 234 w 425"/>
                <a:gd name="T7" fmla="*/ 171 h 205"/>
                <a:gd name="T8" fmla="*/ 13 w 425"/>
                <a:gd name="T9" fmla="*/ 164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7"/>
                    <a:pt x="400" y="0"/>
                  </a:cubicBezTo>
                  <a:cubicBezTo>
                    <a:pt x="413" y="41"/>
                    <a:pt x="413" y="41"/>
                    <a:pt x="413" y="41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5" y="202"/>
                    <a:pt x="13" y="164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1" name="任意多边形: 形状 260"/>
            <p:cNvSpPr>
              <a:spLocks/>
            </p:cNvSpPr>
            <p:nvPr userDrawn="1"/>
          </p:nvSpPr>
          <p:spPr bwMode="auto">
            <a:xfrm>
              <a:off x="1735138" y="5559425"/>
              <a:ext cx="1246188" cy="601663"/>
            </a:xfrm>
            <a:custGeom>
              <a:avLst/>
              <a:gdLst>
                <a:gd name="T0" fmla="*/ 221 w 425"/>
                <a:gd name="T1" fmla="*/ 129 h 205"/>
                <a:gd name="T2" fmla="*/ 400 w 425"/>
                <a:gd name="T3" fmla="*/ 0 h 205"/>
                <a:gd name="T4" fmla="*/ 413 w 425"/>
                <a:gd name="T5" fmla="*/ 42 h 205"/>
                <a:gd name="T6" fmla="*/ 234 w 425"/>
                <a:gd name="T7" fmla="*/ 171 h 205"/>
                <a:gd name="T8" fmla="*/ 13 w 425"/>
                <a:gd name="T9" fmla="*/ 165 h 205"/>
                <a:gd name="T10" fmla="*/ 0 w 425"/>
                <a:gd name="T11" fmla="*/ 123 h 205"/>
                <a:gd name="T12" fmla="*/ 221 w 425"/>
                <a:gd name="T13" fmla="*/ 129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205">
                  <a:moveTo>
                    <a:pt x="221" y="129"/>
                  </a:moveTo>
                  <a:cubicBezTo>
                    <a:pt x="332" y="95"/>
                    <a:pt x="412" y="38"/>
                    <a:pt x="400" y="0"/>
                  </a:cubicBezTo>
                  <a:cubicBezTo>
                    <a:pt x="413" y="42"/>
                    <a:pt x="413" y="42"/>
                    <a:pt x="413" y="42"/>
                  </a:cubicBezTo>
                  <a:cubicBezTo>
                    <a:pt x="425" y="79"/>
                    <a:pt x="345" y="137"/>
                    <a:pt x="234" y="171"/>
                  </a:cubicBezTo>
                  <a:cubicBezTo>
                    <a:pt x="124" y="205"/>
                    <a:pt x="24" y="202"/>
                    <a:pt x="13" y="165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11" y="160"/>
                    <a:pt x="111" y="163"/>
                    <a:pt x="221" y="129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2" name="任意多边形: 形状 261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3" name="任意多边形: 形状 262"/>
            <p:cNvSpPr>
              <a:spLocks/>
            </p:cNvSpPr>
            <p:nvPr userDrawn="1"/>
          </p:nvSpPr>
          <p:spPr bwMode="auto">
            <a:xfrm>
              <a:off x="1128713" y="4926013"/>
              <a:ext cx="1784350" cy="750888"/>
            </a:xfrm>
            <a:custGeom>
              <a:avLst/>
              <a:gdLst>
                <a:gd name="T0" fmla="*/ 0 w 1124"/>
                <a:gd name="T1" fmla="*/ 408 h 473"/>
                <a:gd name="T2" fmla="*/ 637 w 1124"/>
                <a:gd name="T3" fmla="*/ 473 h 473"/>
                <a:gd name="T4" fmla="*/ 1124 w 1124"/>
                <a:gd name="T5" fmla="*/ 65 h 473"/>
                <a:gd name="T6" fmla="*/ 487 w 1124"/>
                <a:gd name="T7" fmla="*/ 0 h 473"/>
                <a:gd name="T8" fmla="*/ 0 w 1124"/>
                <a:gd name="T9" fmla="*/ 408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3">
                  <a:moveTo>
                    <a:pt x="0" y="408"/>
                  </a:moveTo>
                  <a:lnTo>
                    <a:pt x="637" y="473"/>
                  </a:lnTo>
                  <a:lnTo>
                    <a:pt x="1124" y="65"/>
                  </a:lnTo>
                  <a:lnTo>
                    <a:pt x="487" y="0"/>
                  </a:lnTo>
                  <a:lnTo>
                    <a:pt x="0" y="40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4" name="任意多边形: 形状 263"/>
            <p:cNvSpPr>
              <a:spLocks/>
            </p:cNvSpPr>
            <p:nvPr userDrawn="1"/>
          </p:nvSpPr>
          <p:spPr bwMode="auto">
            <a:xfrm>
              <a:off x="1277938" y="4883150"/>
              <a:ext cx="1784350" cy="747713"/>
            </a:xfrm>
            <a:custGeom>
              <a:avLst/>
              <a:gdLst>
                <a:gd name="T0" fmla="*/ 0 w 1124"/>
                <a:gd name="T1" fmla="*/ 408 h 471"/>
                <a:gd name="T2" fmla="*/ 635 w 1124"/>
                <a:gd name="T3" fmla="*/ 471 h 471"/>
                <a:gd name="T4" fmla="*/ 1124 w 1124"/>
                <a:gd name="T5" fmla="*/ 63 h 471"/>
                <a:gd name="T6" fmla="*/ 488 w 1124"/>
                <a:gd name="T7" fmla="*/ 0 h 471"/>
                <a:gd name="T8" fmla="*/ 0 w 1124"/>
                <a:gd name="T9" fmla="*/ 408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471">
                  <a:moveTo>
                    <a:pt x="0" y="408"/>
                  </a:moveTo>
                  <a:lnTo>
                    <a:pt x="635" y="471"/>
                  </a:lnTo>
                  <a:lnTo>
                    <a:pt x="1124" y="63"/>
                  </a:lnTo>
                  <a:lnTo>
                    <a:pt x="488" y="0"/>
                  </a:lnTo>
                  <a:lnTo>
                    <a:pt x="0" y="408"/>
                  </a:ln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5" name="任意多边形: 形状 264"/>
            <p:cNvSpPr>
              <a:spLocks/>
            </p:cNvSpPr>
            <p:nvPr userDrawn="1"/>
          </p:nvSpPr>
          <p:spPr bwMode="auto">
            <a:xfrm>
              <a:off x="1277938" y="5257800"/>
              <a:ext cx="890588" cy="738188"/>
            </a:xfrm>
            <a:custGeom>
              <a:avLst/>
              <a:gdLst>
                <a:gd name="T0" fmla="*/ 561 w 561"/>
                <a:gd name="T1" fmla="*/ 0 h 465"/>
                <a:gd name="T2" fmla="*/ 0 w 561"/>
                <a:gd name="T3" fmla="*/ 172 h 465"/>
                <a:gd name="T4" fmla="*/ 91 w 561"/>
                <a:gd name="T5" fmla="*/ 465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61" h="465">
                  <a:moveTo>
                    <a:pt x="561" y="0"/>
                  </a:moveTo>
                  <a:lnTo>
                    <a:pt x="0" y="172"/>
                  </a:lnTo>
                  <a:lnTo>
                    <a:pt x="91" y="465"/>
                  </a:lnTo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6" name="任意多边形: 形状 265"/>
            <p:cNvSpPr>
              <a:spLocks/>
            </p:cNvSpPr>
            <p:nvPr userDrawn="1"/>
          </p:nvSpPr>
          <p:spPr bwMode="auto">
            <a:xfrm>
              <a:off x="1325563" y="5995988"/>
              <a:ext cx="152400" cy="152400"/>
            </a:xfrm>
            <a:custGeom>
              <a:avLst/>
              <a:gdLst>
                <a:gd name="T0" fmla="*/ 4 w 52"/>
                <a:gd name="T1" fmla="*/ 33 h 52"/>
                <a:gd name="T2" fmla="*/ 33 w 52"/>
                <a:gd name="T3" fmla="*/ 48 h 52"/>
                <a:gd name="T4" fmla="*/ 48 w 52"/>
                <a:gd name="T5" fmla="*/ 19 h 52"/>
                <a:gd name="T6" fmla="*/ 19 w 52"/>
                <a:gd name="T7" fmla="*/ 4 h 52"/>
                <a:gd name="T8" fmla="*/ 4 w 52"/>
                <a:gd name="T9" fmla="*/ 3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" y="33"/>
                  </a:moveTo>
                  <a:cubicBezTo>
                    <a:pt x="8" y="45"/>
                    <a:pt x="21" y="52"/>
                    <a:pt x="33" y="48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4" y="7"/>
                    <a:pt x="31" y="0"/>
                    <a:pt x="19" y="4"/>
                  </a:cubicBezTo>
                  <a:cubicBezTo>
                    <a:pt x="7" y="8"/>
                    <a:pt x="0" y="21"/>
                    <a:pt x="4" y="33"/>
                  </a:cubicBez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7" name="任意多边形: 形状 266"/>
            <p:cNvSpPr>
              <a:spLocks/>
            </p:cNvSpPr>
            <p:nvPr userDrawn="1"/>
          </p:nvSpPr>
          <p:spPr bwMode="auto">
            <a:xfrm>
              <a:off x="1366838" y="5984875"/>
              <a:ext cx="152400" cy="149225"/>
            </a:xfrm>
            <a:custGeom>
              <a:avLst/>
              <a:gdLst>
                <a:gd name="T0" fmla="*/ 4 w 52"/>
                <a:gd name="T1" fmla="*/ 32 h 51"/>
                <a:gd name="T2" fmla="*/ 33 w 52"/>
                <a:gd name="T3" fmla="*/ 47 h 51"/>
                <a:gd name="T4" fmla="*/ 48 w 52"/>
                <a:gd name="T5" fmla="*/ 19 h 51"/>
                <a:gd name="T6" fmla="*/ 19 w 52"/>
                <a:gd name="T7" fmla="*/ 4 h 51"/>
                <a:gd name="T8" fmla="*/ 4 w 52"/>
                <a:gd name="T9" fmla="*/ 3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" y="32"/>
                  </a:moveTo>
                  <a:cubicBezTo>
                    <a:pt x="8" y="44"/>
                    <a:pt x="21" y="51"/>
                    <a:pt x="33" y="47"/>
                  </a:cubicBezTo>
                  <a:cubicBezTo>
                    <a:pt x="45" y="44"/>
                    <a:pt x="52" y="31"/>
                    <a:pt x="48" y="19"/>
                  </a:cubicBezTo>
                  <a:cubicBezTo>
                    <a:pt x="45" y="7"/>
                    <a:pt x="32" y="0"/>
                    <a:pt x="19" y="4"/>
                  </a:cubicBezTo>
                  <a:cubicBezTo>
                    <a:pt x="7" y="7"/>
                    <a:pt x="0" y="20"/>
                    <a:pt x="4" y="32"/>
                  </a:cubicBezTo>
                  <a:close/>
                </a:path>
              </a:pathLst>
            </a:cu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8" name="任意多边形: 形状 267"/>
            <p:cNvSpPr>
              <a:spLocks/>
            </p:cNvSpPr>
            <p:nvPr userDrawn="1"/>
          </p:nvSpPr>
          <p:spPr bwMode="auto">
            <a:xfrm>
              <a:off x="1463676" y="6122988"/>
              <a:ext cx="42863" cy="134938"/>
            </a:xfrm>
            <a:custGeom>
              <a:avLst/>
              <a:gdLst>
                <a:gd name="T0" fmla="*/ 0 w 27"/>
                <a:gd name="T1" fmla="*/ 0 h 85"/>
                <a:gd name="T2" fmla="*/ 27 w 27"/>
                <a:gd name="T3" fmla="*/ 85 h 85"/>
                <a:gd name="T4" fmla="*/ 0 w 27"/>
                <a:gd name="T5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85">
                  <a:moveTo>
                    <a:pt x="0" y="0"/>
                  </a:moveTo>
                  <a:lnTo>
                    <a:pt x="27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69" name="直接连接符 268"/>
            <p:cNvSpPr>
              <a:spLocks noChangeShapeType="1"/>
            </p:cNvSpPr>
            <p:nvPr userDrawn="1"/>
          </p:nvSpPr>
          <p:spPr bwMode="auto">
            <a:xfrm>
              <a:off x="1463676" y="6122988"/>
              <a:ext cx="42863" cy="134938"/>
            </a:xfrm>
            <a:prstGeom prst="line">
              <a:avLst/>
            </a:prstGeom>
            <a:noFill/>
            <a:ln w="44450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0" name="任意多边形: 形状 269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1" name="任意多边形: 形状 270"/>
            <p:cNvSpPr>
              <a:spLocks/>
            </p:cNvSpPr>
            <p:nvPr userDrawn="1"/>
          </p:nvSpPr>
          <p:spPr bwMode="auto">
            <a:xfrm>
              <a:off x="449263" y="4506913"/>
              <a:ext cx="144463" cy="279400"/>
            </a:xfrm>
            <a:custGeom>
              <a:avLst/>
              <a:gdLst>
                <a:gd name="T0" fmla="*/ 72 w 91"/>
                <a:gd name="T1" fmla="*/ 176 h 176"/>
                <a:gd name="T2" fmla="*/ 0 w 91"/>
                <a:gd name="T3" fmla="*/ 168 h 176"/>
                <a:gd name="T4" fmla="*/ 17 w 91"/>
                <a:gd name="T5" fmla="*/ 0 h 176"/>
                <a:gd name="T6" fmla="*/ 91 w 91"/>
                <a:gd name="T7" fmla="*/ 8 h 176"/>
                <a:gd name="T8" fmla="*/ 72 w 91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76">
                  <a:moveTo>
                    <a:pt x="72" y="176"/>
                  </a:moveTo>
                  <a:lnTo>
                    <a:pt x="0" y="168"/>
                  </a:lnTo>
                  <a:lnTo>
                    <a:pt x="17" y="0"/>
                  </a:lnTo>
                  <a:lnTo>
                    <a:pt x="91" y="8"/>
                  </a:lnTo>
                  <a:lnTo>
                    <a:pt x="7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2" name="任意多边形: 形状 271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  <a:gd name="T8" fmla="*/ 419 w 436"/>
                <a:gd name="T9" fmla="*/ 20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  <a:lnTo>
                    <a:pt x="419" y="2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3" name="任意多边形: 形状 272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4" name="任意多边形: 形状 273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5" name="任意多边形: 形状 274"/>
            <p:cNvSpPr>
              <a:spLocks/>
            </p:cNvSpPr>
            <p:nvPr userDrawn="1"/>
          </p:nvSpPr>
          <p:spPr bwMode="auto">
            <a:xfrm>
              <a:off x="469901" y="4460875"/>
              <a:ext cx="100013" cy="274638"/>
            </a:xfrm>
            <a:custGeom>
              <a:avLst/>
              <a:gdLst>
                <a:gd name="T0" fmla="*/ 17 w 63"/>
                <a:gd name="T1" fmla="*/ 0 h 173"/>
                <a:gd name="T2" fmla="*/ 0 w 63"/>
                <a:gd name="T3" fmla="*/ 168 h 173"/>
                <a:gd name="T4" fmla="*/ 44 w 63"/>
                <a:gd name="T5" fmla="*/ 173 h 173"/>
                <a:gd name="T6" fmla="*/ 63 w 63"/>
                <a:gd name="T7" fmla="*/ 5 h 173"/>
                <a:gd name="T8" fmla="*/ 17 w 63"/>
                <a:gd name="T9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73">
                  <a:moveTo>
                    <a:pt x="17" y="0"/>
                  </a:moveTo>
                  <a:lnTo>
                    <a:pt x="0" y="168"/>
                  </a:lnTo>
                  <a:lnTo>
                    <a:pt x="44" y="173"/>
                  </a:lnTo>
                  <a:lnTo>
                    <a:pt x="63" y="5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6" name="任意多边形: 形状 275"/>
            <p:cNvSpPr>
              <a:spLocks/>
            </p:cNvSpPr>
            <p:nvPr userDrawn="1"/>
          </p:nvSpPr>
          <p:spPr bwMode="auto">
            <a:xfrm>
              <a:off x="236538" y="4443413"/>
              <a:ext cx="230188" cy="280988"/>
            </a:xfrm>
            <a:custGeom>
              <a:avLst/>
              <a:gdLst>
                <a:gd name="T0" fmla="*/ 3 w 79"/>
                <a:gd name="T1" fmla="*/ 44 h 96"/>
                <a:gd name="T2" fmla="*/ 3 w 79"/>
                <a:gd name="T3" fmla="*/ 44 h 96"/>
                <a:gd name="T4" fmla="*/ 44 w 79"/>
                <a:gd name="T5" fmla="*/ 94 h 96"/>
                <a:gd name="T6" fmla="*/ 70 w 79"/>
                <a:gd name="T7" fmla="*/ 96 h 96"/>
                <a:gd name="T8" fmla="*/ 79 w 79"/>
                <a:gd name="T9" fmla="*/ 5 h 96"/>
                <a:gd name="T10" fmla="*/ 53 w 79"/>
                <a:gd name="T11" fmla="*/ 3 h 96"/>
                <a:gd name="T12" fmla="*/ 3 w 79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96">
                  <a:moveTo>
                    <a:pt x="3" y="44"/>
                  </a:moveTo>
                  <a:cubicBezTo>
                    <a:pt x="3" y="44"/>
                    <a:pt x="3" y="44"/>
                    <a:pt x="3" y="44"/>
                  </a:cubicBezTo>
                  <a:cubicBezTo>
                    <a:pt x="0" y="69"/>
                    <a:pt x="19" y="91"/>
                    <a:pt x="44" y="94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8" y="0"/>
                    <a:pt x="5" y="19"/>
                    <a:pt x="3" y="44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7" name="任意多边形: 形状 276"/>
            <p:cNvSpPr>
              <a:spLocks/>
            </p:cNvSpPr>
            <p:nvPr userDrawn="1"/>
          </p:nvSpPr>
          <p:spPr bwMode="auto">
            <a:xfrm>
              <a:off x="1336676" y="4651375"/>
              <a:ext cx="168275" cy="120650"/>
            </a:xfrm>
            <a:custGeom>
              <a:avLst/>
              <a:gdLst>
                <a:gd name="T0" fmla="*/ 34 w 106"/>
                <a:gd name="T1" fmla="*/ 76 h 76"/>
                <a:gd name="T2" fmla="*/ 0 w 106"/>
                <a:gd name="T3" fmla="*/ 33 h 76"/>
                <a:gd name="T4" fmla="*/ 41 w 106"/>
                <a:gd name="T5" fmla="*/ 0 h 76"/>
                <a:gd name="T6" fmla="*/ 106 w 106"/>
                <a:gd name="T7" fmla="*/ 44 h 76"/>
                <a:gd name="T8" fmla="*/ 34 w 106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76">
                  <a:moveTo>
                    <a:pt x="34" y="76"/>
                  </a:moveTo>
                  <a:lnTo>
                    <a:pt x="0" y="33"/>
                  </a:lnTo>
                  <a:lnTo>
                    <a:pt x="41" y="0"/>
                  </a:lnTo>
                  <a:lnTo>
                    <a:pt x="106" y="44"/>
                  </a:lnTo>
                  <a:lnTo>
                    <a:pt x="34" y="76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8" name="任意多边形: 形状 277"/>
            <p:cNvSpPr>
              <a:spLocks/>
            </p:cNvSpPr>
            <p:nvPr userDrawn="1"/>
          </p:nvSpPr>
          <p:spPr bwMode="auto">
            <a:xfrm>
              <a:off x="584201" y="4471988"/>
              <a:ext cx="703263" cy="187325"/>
            </a:xfrm>
            <a:custGeom>
              <a:avLst/>
              <a:gdLst>
                <a:gd name="T0" fmla="*/ 375 w 443"/>
                <a:gd name="T1" fmla="*/ 118 h 118"/>
                <a:gd name="T2" fmla="*/ 0 w 443"/>
                <a:gd name="T3" fmla="*/ 82 h 118"/>
                <a:gd name="T4" fmla="*/ 7 w 443"/>
                <a:gd name="T5" fmla="*/ 0 h 118"/>
                <a:gd name="T6" fmla="*/ 443 w 443"/>
                <a:gd name="T7" fmla="*/ 43 h 118"/>
                <a:gd name="T8" fmla="*/ 375 w 443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3" h="118">
                  <a:moveTo>
                    <a:pt x="375" y="118"/>
                  </a:moveTo>
                  <a:lnTo>
                    <a:pt x="0" y="82"/>
                  </a:lnTo>
                  <a:lnTo>
                    <a:pt x="7" y="0"/>
                  </a:lnTo>
                  <a:lnTo>
                    <a:pt x="443" y="43"/>
                  </a:lnTo>
                  <a:lnTo>
                    <a:pt x="375" y="11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79" name="任意多边形: 形状 278"/>
            <p:cNvSpPr>
              <a:spLocks/>
            </p:cNvSpPr>
            <p:nvPr userDrawn="1"/>
          </p:nvSpPr>
          <p:spPr bwMode="auto">
            <a:xfrm>
              <a:off x="569913" y="4654550"/>
              <a:ext cx="627063" cy="152400"/>
            </a:xfrm>
            <a:custGeom>
              <a:avLst/>
              <a:gdLst>
                <a:gd name="T0" fmla="*/ 352 w 395"/>
                <a:gd name="T1" fmla="*/ 33 h 96"/>
                <a:gd name="T2" fmla="*/ 5 w 395"/>
                <a:gd name="T3" fmla="*/ 0 h 96"/>
                <a:gd name="T4" fmla="*/ 0 w 395"/>
                <a:gd name="T5" fmla="*/ 55 h 96"/>
                <a:gd name="T6" fmla="*/ 395 w 395"/>
                <a:gd name="T7" fmla="*/ 96 h 96"/>
                <a:gd name="T8" fmla="*/ 352 w 395"/>
                <a:gd name="T9" fmla="*/ 3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5" h="96">
                  <a:moveTo>
                    <a:pt x="352" y="33"/>
                  </a:moveTo>
                  <a:lnTo>
                    <a:pt x="5" y="0"/>
                  </a:lnTo>
                  <a:lnTo>
                    <a:pt x="0" y="55"/>
                  </a:lnTo>
                  <a:lnTo>
                    <a:pt x="395" y="96"/>
                  </a:lnTo>
                  <a:lnTo>
                    <a:pt x="352" y="33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0" name="任意多边形: 形状 279"/>
            <p:cNvSpPr>
              <a:spLocks/>
            </p:cNvSpPr>
            <p:nvPr userDrawn="1"/>
          </p:nvSpPr>
          <p:spPr bwMode="auto">
            <a:xfrm>
              <a:off x="563563" y="4519613"/>
              <a:ext cx="692150" cy="330200"/>
            </a:xfrm>
            <a:custGeom>
              <a:avLst/>
              <a:gdLst>
                <a:gd name="T0" fmla="*/ 419 w 436"/>
                <a:gd name="T1" fmla="*/ 208 h 208"/>
                <a:gd name="T2" fmla="*/ 0 w 436"/>
                <a:gd name="T3" fmla="*/ 168 h 208"/>
                <a:gd name="T4" fmla="*/ 19 w 436"/>
                <a:gd name="T5" fmla="*/ 0 h 208"/>
                <a:gd name="T6" fmla="*/ 436 w 436"/>
                <a:gd name="T7" fmla="*/ 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6" h="208">
                  <a:moveTo>
                    <a:pt x="419" y="208"/>
                  </a:moveTo>
                  <a:lnTo>
                    <a:pt x="0" y="168"/>
                  </a:lnTo>
                  <a:lnTo>
                    <a:pt x="19" y="0"/>
                  </a:lnTo>
                  <a:lnTo>
                    <a:pt x="436" y="40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1" name="任意多边形: 形状 280"/>
            <p:cNvSpPr>
              <a:spLocks/>
            </p:cNvSpPr>
            <p:nvPr userDrawn="1"/>
          </p:nvSpPr>
          <p:spPr bwMode="auto">
            <a:xfrm>
              <a:off x="1128713" y="4583113"/>
              <a:ext cx="349250" cy="266700"/>
            </a:xfrm>
            <a:custGeom>
              <a:avLst/>
              <a:gdLst>
                <a:gd name="T0" fmla="*/ 80 w 220"/>
                <a:gd name="T1" fmla="*/ 0 h 168"/>
                <a:gd name="T2" fmla="*/ 220 w 220"/>
                <a:gd name="T3" fmla="*/ 100 h 168"/>
                <a:gd name="T4" fmla="*/ 63 w 220"/>
                <a:gd name="T5" fmla="*/ 168 h 168"/>
                <a:gd name="T6" fmla="*/ 0 w 220"/>
                <a:gd name="T7" fmla="*/ 78 h 168"/>
                <a:gd name="T8" fmla="*/ 80 w 220"/>
                <a:gd name="T9" fmla="*/ 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0" h="168">
                  <a:moveTo>
                    <a:pt x="80" y="0"/>
                  </a:moveTo>
                  <a:lnTo>
                    <a:pt x="220" y="100"/>
                  </a:lnTo>
                  <a:lnTo>
                    <a:pt x="63" y="168"/>
                  </a:lnTo>
                  <a:lnTo>
                    <a:pt x="0" y="78"/>
                  </a:lnTo>
                  <a:lnTo>
                    <a:pt x="80" y="0"/>
                  </a:ln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2" name="任意多边形: 形状 281"/>
            <p:cNvSpPr>
              <a:spLocks/>
            </p:cNvSpPr>
            <p:nvPr userDrawn="1"/>
          </p:nvSpPr>
          <p:spPr bwMode="auto">
            <a:xfrm>
              <a:off x="1314451" y="4672013"/>
              <a:ext cx="63500" cy="120650"/>
            </a:xfrm>
            <a:custGeom>
              <a:avLst/>
              <a:gdLst>
                <a:gd name="T0" fmla="*/ 40 w 40"/>
                <a:gd name="T1" fmla="*/ 0 h 76"/>
                <a:gd name="T2" fmla="*/ 0 w 40"/>
                <a:gd name="T3" fmla="*/ 33 h 76"/>
                <a:gd name="T4" fmla="*/ 31 w 40"/>
                <a:gd name="T5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76">
                  <a:moveTo>
                    <a:pt x="40" y="0"/>
                  </a:moveTo>
                  <a:lnTo>
                    <a:pt x="0" y="33"/>
                  </a:lnTo>
                  <a:lnTo>
                    <a:pt x="31" y="76"/>
                  </a:lnTo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3" name="任意多边形: 形状 282"/>
            <p:cNvSpPr>
              <a:spLocks/>
            </p:cNvSpPr>
            <p:nvPr userDrawn="1"/>
          </p:nvSpPr>
          <p:spPr bwMode="auto">
            <a:xfrm>
              <a:off x="449263" y="4506913"/>
              <a:ext cx="26988" cy="266700"/>
            </a:xfrm>
            <a:custGeom>
              <a:avLst/>
              <a:gdLst>
                <a:gd name="T0" fmla="*/ 0 w 17"/>
                <a:gd name="T1" fmla="*/ 168 h 168"/>
                <a:gd name="T2" fmla="*/ 17 w 17"/>
                <a:gd name="T3" fmla="*/ 0 h 168"/>
                <a:gd name="T4" fmla="*/ 0 w 17"/>
                <a:gd name="T5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68">
                  <a:moveTo>
                    <a:pt x="0" y="168"/>
                  </a:moveTo>
                  <a:lnTo>
                    <a:pt x="17" y="0"/>
                  </a:lnTo>
                  <a:lnTo>
                    <a:pt x="0" y="1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4" name="直接连接符 283"/>
            <p:cNvSpPr>
              <a:spLocks noChangeShapeType="1"/>
            </p:cNvSpPr>
            <p:nvPr userDrawn="1"/>
          </p:nvSpPr>
          <p:spPr bwMode="auto">
            <a:xfrm flipV="1">
              <a:off x="449263" y="4506913"/>
              <a:ext cx="26988" cy="266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5" name="任意多边形: 形状 284"/>
            <p:cNvSpPr>
              <a:spLocks/>
            </p:cNvSpPr>
            <p:nvPr userDrawn="1"/>
          </p:nvSpPr>
          <p:spPr bwMode="auto">
            <a:xfrm>
              <a:off x="247651" y="4492625"/>
              <a:ext cx="228600" cy="280988"/>
            </a:xfrm>
            <a:custGeom>
              <a:avLst/>
              <a:gdLst>
                <a:gd name="T0" fmla="*/ 2 w 78"/>
                <a:gd name="T1" fmla="*/ 44 h 96"/>
                <a:gd name="T2" fmla="*/ 2 w 78"/>
                <a:gd name="T3" fmla="*/ 44 h 96"/>
                <a:gd name="T4" fmla="*/ 44 w 78"/>
                <a:gd name="T5" fmla="*/ 94 h 96"/>
                <a:gd name="T6" fmla="*/ 69 w 78"/>
                <a:gd name="T7" fmla="*/ 96 h 96"/>
                <a:gd name="T8" fmla="*/ 78 w 78"/>
                <a:gd name="T9" fmla="*/ 5 h 96"/>
                <a:gd name="T10" fmla="*/ 53 w 78"/>
                <a:gd name="T11" fmla="*/ 3 h 96"/>
                <a:gd name="T12" fmla="*/ 2 w 78"/>
                <a:gd name="T13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96">
                  <a:moveTo>
                    <a:pt x="2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0" y="69"/>
                    <a:pt x="18" y="91"/>
                    <a:pt x="44" y="94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27" y="0"/>
                    <a:pt x="5" y="19"/>
                    <a:pt x="2" y="44"/>
                  </a:cubicBezTo>
                  <a:close/>
                </a:path>
              </a:pathLst>
            </a:cu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6" name="任意多边形: 形状 285"/>
            <p:cNvSpPr>
              <a:spLocks/>
            </p:cNvSpPr>
            <p:nvPr userDrawn="1"/>
          </p:nvSpPr>
          <p:spPr bwMode="auto">
            <a:xfrm>
              <a:off x="449263" y="4773613"/>
              <a:ext cx="114300" cy="12700"/>
            </a:xfrm>
            <a:custGeom>
              <a:avLst/>
              <a:gdLst>
                <a:gd name="T0" fmla="*/ 0 w 72"/>
                <a:gd name="T1" fmla="*/ 0 h 8"/>
                <a:gd name="T2" fmla="*/ 72 w 72"/>
                <a:gd name="T3" fmla="*/ 8 h 8"/>
                <a:gd name="T4" fmla="*/ 0 w 72"/>
                <a:gd name="T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" h="8">
                  <a:moveTo>
                    <a:pt x="0" y="0"/>
                  </a:moveTo>
                  <a:lnTo>
                    <a:pt x="72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7" name="直接连接符 286"/>
            <p:cNvSpPr>
              <a:spLocks noChangeShapeType="1"/>
            </p:cNvSpPr>
            <p:nvPr userDrawn="1"/>
          </p:nvSpPr>
          <p:spPr bwMode="auto">
            <a:xfrm>
              <a:off x="449263" y="4773613"/>
              <a:ext cx="114300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8" name="直接连接符 287"/>
            <p:cNvSpPr>
              <a:spLocks noChangeShapeType="1"/>
            </p:cNvSpPr>
            <p:nvPr userDrawn="1"/>
          </p:nvSpPr>
          <p:spPr bwMode="auto">
            <a:xfrm flipH="1" flipV="1">
              <a:off x="681038" y="4662488"/>
              <a:ext cx="447675" cy="4445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89" name="直接连接符 288"/>
            <p:cNvSpPr>
              <a:spLocks noChangeShapeType="1"/>
            </p:cNvSpPr>
            <p:nvPr userDrawn="1"/>
          </p:nvSpPr>
          <p:spPr bwMode="auto">
            <a:xfrm>
              <a:off x="476251" y="4506913"/>
              <a:ext cx="117475" cy="12700"/>
            </a:xfrm>
            <a:prstGeom prst="line">
              <a:avLst/>
            </a:prstGeom>
            <a:noFill/>
            <a:ln w="30163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0" name="任意多边形: 形状 289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1" name="任意多边形: 形状 290"/>
            <p:cNvSpPr>
              <a:spLocks/>
            </p:cNvSpPr>
            <p:nvPr userDrawn="1"/>
          </p:nvSpPr>
          <p:spPr bwMode="auto">
            <a:xfrm>
              <a:off x="9944101" y="6137275"/>
              <a:ext cx="266700" cy="166688"/>
            </a:xfrm>
            <a:custGeom>
              <a:avLst/>
              <a:gdLst>
                <a:gd name="T0" fmla="*/ 168 w 168"/>
                <a:gd name="T1" fmla="*/ 44 h 105"/>
                <a:gd name="T2" fmla="*/ 147 w 168"/>
                <a:gd name="T3" fmla="*/ 105 h 105"/>
                <a:gd name="T4" fmla="*/ 0 w 168"/>
                <a:gd name="T5" fmla="*/ 63 h 105"/>
                <a:gd name="T6" fmla="*/ 20 w 168"/>
                <a:gd name="T7" fmla="*/ 0 h 105"/>
                <a:gd name="T8" fmla="*/ 168 w 168"/>
                <a:gd name="T9" fmla="*/ 4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8" h="105">
                  <a:moveTo>
                    <a:pt x="168" y="44"/>
                  </a:moveTo>
                  <a:lnTo>
                    <a:pt x="147" y="105"/>
                  </a:lnTo>
                  <a:lnTo>
                    <a:pt x="0" y="63"/>
                  </a:lnTo>
                  <a:lnTo>
                    <a:pt x="20" y="0"/>
                  </a:lnTo>
                  <a:lnTo>
                    <a:pt x="16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2" name="任意多边形: 形状 291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  <a:gd name="T8" fmla="*/ 258 w 258"/>
                <a:gd name="T9" fmla="*/ 44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  <a:lnTo>
                    <a:pt x="258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3" name="任意多边形: 形状 292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4" name="任意多边形: 形状 293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5" name="任意多边形: 形状 294"/>
            <p:cNvSpPr>
              <a:spLocks/>
            </p:cNvSpPr>
            <p:nvPr userDrawn="1"/>
          </p:nvSpPr>
          <p:spPr bwMode="auto">
            <a:xfrm>
              <a:off x="9906001" y="6148388"/>
              <a:ext cx="254000" cy="131763"/>
            </a:xfrm>
            <a:custGeom>
              <a:avLst/>
              <a:gdLst>
                <a:gd name="T0" fmla="*/ 0 w 160"/>
                <a:gd name="T1" fmla="*/ 39 h 83"/>
                <a:gd name="T2" fmla="*/ 147 w 160"/>
                <a:gd name="T3" fmla="*/ 83 h 83"/>
                <a:gd name="T4" fmla="*/ 160 w 160"/>
                <a:gd name="T5" fmla="*/ 45 h 83"/>
                <a:gd name="T6" fmla="*/ 13 w 160"/>
                <a:gd name="T7" fmla="*/ 0 h 83"/>
                <a:gd name="T8" fmla="*/ 0 w 160"/>
                <a:gd name="T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83">
                  <a:moveTo>
                    <a:pt x="0" y="39"/>
                  </a:moveTo>
                  <a:lnTo>
                    <a:pt x="147" y="83"/>
                  </a:lnTo>
                  <a:lnTo>
                    <a:pt x="160" y="45"/>
                  </a:lnTo>
                  <a:lnTo>
                    <a:pt x="13" y="0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6" name="任意多边形: 形状 295"/>
            <p:cNvSpPr>
              <a:spLocks/>
            </p:cNvSpPr>
            <p:nvPr userDrawn="1"/>
          </p:nvSpPr>
          <p:spPr bwMode="auto">
            <a:xfrm>
              <a:off x="9858376" y="6237288"/>
              <a:ext cx="273050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7 w 93"/>
                <a:gd name="T5" fmla="*/ 46 h 80"/>
                <a:gd name="T6" fmla="*/ 93 w 93"/>
                <a:gd name="T7" fmla="*/ 24 h 80"/>
                <a:gd name="T8" fmla="*/ 14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8"/>
                    <a:pt x="87" y="46"/>
                  </a:cubicBezTo>
                  <a:cubicBezTo>
                    <a:pt x="93" y="24"/>
                    <a:pt x="93" y="24"/>
                    <a:pt x="93" y="24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7" name="任意多边形: 形状 296"/>
            <p:cNvSpPr>
              <a:spLocks/>
            </p:cNvSpPr>
            <p:nvPr userDrawn="1"/>
          </p:nvSpPr>
          <p:spPr bwMode="auto">
            <a:xfrm>
              <a:off x="10236201" y="5372100"/>
              <a:ext cx="106363" cy="141288"/>
            </a:xfrm>
            <a:custGeom>
              <a:avLst/>
              <a:gdLst>
                <a:gd name="T0" fmla="*/ 67 w 67"/>
                <a:gd name="T1" fmla="*/ 68 h 89"/>
                <a:gd name="T2" fmla="*/ 24 w 67"/>
                <a:gd name="T3" fmla="*/ 89 h 89"/>
                <a:gd name="T4" fmla="*/ 0 w 67"/>
                <a:gd name="T5" fmla="*/ 48 h 89"/>
                <a:gd name="T6" fmla="*/ 50 w 67"/>
                <a:gd name="T7" fmla="*/ 0 h 89"/>
                <a:gd name="T8" fmla="*/ 67 w 67"/>
                <a:gd name="T9" fmla="*/ 6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89">
                  <a:moveTo>
                    <a:pt x="67" y="68"/>
                  </a:moveTo>
                  <a:lnTo>
                    <a:pt x="24" y="89"/>
                  </a:lnTo>
                  <a:lnTo>
                    <a:pt x="0" y="48"/>
                  </a:lnTo>
                  <a:lnTo>
                    <a:pt x="50" y="0"/>
                  </a:lnTo>
                  <a:lnTo>
                    <a:pt x="67" y="68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8" name="任意多边形: 形状 297"/>
            <p:cNvSpPr>
              <a:spLocks/>
            </p:cNvSpPr>
            <p:nvPr userDrawn="1"/>
          </p:nvSpPr>
          <p:spPr bwMode="auto">
            <a:xfrm>
              <a:off x="9931401" y="5530850"/>
              <a:ext cx="273050" cy="627063"/>
            </a:xfrm>
            <a:custGeom>
              <a:avLst/>
              <a:gdLst>
                <a:gd name="T0" fmla="*/ 172 w 172"/>
                <a:gd name="T1" fmla="*/ 74 h 395"/>
                <a:gd name="T2" fmla="*/ 72 w 172"/>
                <a:gd name="T3" fmla="*/ 395 h 395"/>
                <a:gd name="T4" fmla="*/ 0 w 172"/>
                <a:gd name="T5" fmla="*/ 375 h 395"/>
                <a:gd name="T6" fmla="*/ 117 w 172"/>
                <a:gd name="T7" fmla="*/ 0 h 395"/>
                <a:gd name="T8" fmla="*/ 172 w 172"/>
                <a:gd name="T9" fmla="*/ 74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395">
                  <a:moveTo>
                    <a:pt x="172" y="74"/>
                  </a:moveTo>
                  <a:lnTo>
                    <a:pt x="72" y="395"/>
                  </a:lnTo>
                  <a:lnTo>
                    <a:pt x="0" y="375"/>
                  </a:lnTo>
                  <a:lnTo>
                    <a:pt x="117" y="0"/>
                  </a:lnTo>
                  <a:lnTo>
                    <a:pt x="172" y="74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299" name="任意多边形: 形状 298"/>
            <p:cNvSpPr>
              <a:spLocks/>
            </p:cNvSpPr>
            <p:nvPr userDrawn="1"/>
          </p:nvSpPr>
          <p:spPr bwMode="auto">
            <a:xfrm>
              <a:off x="10093326" y="5656263"/>
              <a:ext cx="242888" cy="539750"/>
            </a:xfrm>
            <a:custGeom>
              <a:avLst/>
              <a:gdLst>
                <a:gd name="T0" fmla="*/ 92 w 153"/>
                <a:gd name="T1" fmla="*/ 26 h 340"/>
                <a:gd name="T2" fmla="*/ 0 w 153"/>
                <a:gd name="T3" fmla="*/ 325 h 340"/>
                <a:gd name="T4" fmla="*/ 50 w 153"/>
                <a:gd name="T5" fmla="*/ 340 h 340"/>
                <a:gd name="T6" fmla="*/ 153 w 153"/>
                <a:gd name="T7" fmla="*/ 0 h 340"/>
                <a:gd name="T8" fmla="*/ 92 w 153"/>
                <a:gd name="T9" fmla="*/ 2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" h="340">
                  <a:moveTo>
                    <a:pt x="92" y="26"/>
                  </a:moveTo>
                  <a:lnTo>
                    <a:pt x="0" y="325"/>
                  </a:lnTo>
                  <a:lnTo>
                    <a:pt x="50" y="340"/>
                  </a:lnTo>
                  <a:lnTo>
                    <a:pt x="153" y="0"/>
                  </a:lnTo>
                  <a:lnTo>
                    <a:pt x="92" y="26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0" name="任意多边形: 形状 299"/>
            <p:cNvSpPr>
              <a:spLocks/>
            </p:cNvSpPr>
            <p:nvPr userDrawn="1"/>
          </p:nvSpPr>
          <p:spPr bwMode="auto">
            <a:xfrm>
              <a:off x="9975851" y="5565775"/>
              <a:ext cx="409575" cy="641350"/>
            </a:xfrm>
            <a:custGeom>
              <a:avLst/>
              <a:gdLst>
                <a:gd name="T0" fmla="*/ 258 w 258"/>
                <a:gd name="T1" fmla="*/ 44 h 404"/>
                <a:gd name="T2" fmla="*/ 148 w 258"/>
                <a:gd name="T3" fmla="*/ 404 h 404"/>
                <a:gd name="T4" fmla="*/ 0 w 258"/>
                <a:gd name="T5" fmla="*/ 360 h 404"/>
                <a:gd name="T6" fmla="*/ 111 w 258"/>
                <a:gd name="T7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404">
                  <a:moveTo>
                    <a:pt x="258" y="44"/>
                  </a:moveTo>
                  <a:lnTo>
                    <a:pt x="148" y="404"/>
                  </a:lnTo>
                  <a:lnTo>
                    <a:pt x="0" y="360"/>
                  </a:lnTo>
                  <a:lnTo>
                    <a:pt x="111" y="0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1" name="任意多边形: 形状 300"/>
            <p:cNvSpPr>
              <a:spLocks/>
            </p:cNvSpPr>
            <p:nvPr userDrawn="1"/>
          </p:nvSpPr>
          <p:spPr bwMode="auto">
            <a:xfrm>
              <a:off x="10152063" y="5399088"/>
              <a:ext cx="233363" cy="298450"/>
            </a:xfrm>
            <a:custGeom>
              <a:avLst/>
              <a:gdLst>
                <a:gd name="T0" fmla="*/ 0 w 147"/>
                <a:gd name="T1" fmla="*/ 105 h 188"/>
                <a:gd name="T2" fmla="*/ 112 w 147"/>
                <a:gd name="T3" fmla="*/ 0 h 188"/>
                <a:gd name="T4" fmla="*/ 147 w 147"/>
                <a:gd name="T5" fmla="*/ 149 h 188"/>
                <a:gd name="T6" fmla="*/ 55 w 147"/>
                <a:gd name="T7" fmla="*/ 188 h 188"/>
                <a:gd name="T8" fmla="*/ 0 w 147"/>
                <a:gd name="T9" fmla="*/ 105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88">
                  <a:moveTo>
                    <a:pt x="0" y="105"/>
                  </a:moveTo>
                  <a:lnTo>
                    <a:pt x="112" y="0"/>
                  </a:lnTo>
                  <a:lnTo>
                    <a:pt x="147" y="149"/>
                  </a:lnTo>
                  <a:lnTo>
                    <a:pt x="55" y="188"/>
                  </a:lnTo>
                  <a:lnTo>
                    <a:pt x="0" y="105"/>
                  </a:ln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2" name="任意多边形: 形状 301"/>
            <p:cNvSpPr>
              <a:spLocks/>
            </p:cNvSpPr>
            <p:nvPr userDrawn="1"/>
          </p:nvSpPr>
          <p:spPr bwMode="auto">
            <a:xfrm>
              <a:off x="10248901" y="5475288"/>
              <a:ext cx="104775" cy="63500"/>
            </a:xfrm>
            <a:custGeom>
              <a:avLst/>
              <a:gdLst>
                <a:gd name="T0" fmla="*/ 0 w 66"/>
                <a:gd name="T1" fmla="*/ 0 h 40"/>
                <a:gd name="T2" fmla="*/ 24 w 66"/>
                <a:gd name="T3" fmla="*/ 40 h 40"/>
                <a:gd name="T4" fmla="*/ 66 w 66"/>
                <a:gd name="T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6" h="40">
                  <a:moveTo>
                    <a:pt x="0" y="0"/>
                  </a:moveTo>
                  <a:lnTo>
                    <a:pt x="24" y="40"/>
                  </a:lnTo>
                  <a:lnTo>
                    <a:pt x="66" y="18"/>
                  </a:lnTo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3" name="任意多边形: 形状 302"/>
            <p:cNvSpPr>
              <a:spLocks/>
            </p:cNvSpPr>
            <p:nvPr userDrawn="1"/>
          </p:nvSpPr>
          <p:spPr bwMode="auto">
            <a:xfrm>
              <a:off x="9944101" y="6237288"/>
              <a:ext cx="233363" cy="66675"/>
            </a:xfrm>
            <a:custGeom>
              <a:avLst/>
              <a:gdLst>
                <a:gd name="T0" fmla="*/ 147 w 147"/>
                <a:gd name="T1" fmla="*/ 42 h 42"/>
                <a:gd name="T2" fmla="*/ 0 w 147"/>
                <a:gd name="T3" fmla="*/ 0 h 42"/>
                <a:gd name="T4" fmla="*/ 147 w 147"/>
                <a:gd name="T5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7" h="42">
                  <a:moveTo>
                    <a:pt x="147" y="42"/>
                  </a:moveTo>
                  <a:lnTo>
                    <a:pt x="0" y="0"/>
                  </a:lnTo>
                  <a:lnTo>
                    <a:pt x="147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4" name="直接连接符 303"/>
            <p:cNvSpPr>
              <a:spLocks noChangeShapeType="1"/>
            </p:cNvSpPr>
            <p:nvPr userDrawn="1"/>
          </p:nvSpPr>
          <p:spPr bwMode="auto">
            <a:xfrm flipH="1" flipV="1">
              <a:off x="9944101" y="6237288"/>
              <a:ext cx="233363" cy="66675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5" name="任意多边形: 形状 304"/>
            <p:cNvSpPr>
              <a:spLocks/>
            </p:cNvSpPr>
            <p:nvPr userDrawn="1"/>
          </p:nvSpPr>
          <p:spPr bwMode="auto">
            <a:xfrm>
              <a:off x="9906001" y="6237288"/>
              <a:ext cx="271463" cy="233363"/>
            </a:xfrm>
            <a:custGeom>
              <a:avLst/>
              <a:gdLst>
                <a:gd name="T0" fmla="*/ 34 w 93"/>
                <a:gd name="T1" fmla="*/ 73 h 80"/>
                <a:gd name="T2" fmla="*/ 34 w 93"/>
                <a:gd name="T3" fmla="*/ 73 h 80"/>
                <a:gd name="T4" fmla="*/ 86 w 93"/>
                <a:gd name="T5" fmla="*/ 45 h 80"/>
                <a:gd name="T6" fmla="*/ 93 w 93"/>
                <a:gd name="T7" fmla="*/ 23 h 80"/>
                <a:gd name="T8" fmla="*/ 13 w 93"/>
                <a:gd name="T9" fmla="*/ 0 h 80"/>
                <a:gd name="T10" fmla="*/ 7 w 93"/>
                <a:gd name="T11" fmla="*/ 22 h 80"/>
                <a:gd name="T12" fmla="*/ 34 w 93"/>
                <a:gd name="T13" fmla="*/ 7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80">
                  <a:moveTo>
                    <a:pt x="34" y="73"/>
                  </a:moveTo>
                  <a:cubicBezTo>
                    <a:pt x="34" y="73"/>
                    <a:pt x="34" y="73"/>
                    <a:pt x="34" y="73"/>
                  </a:cubicBezTo>
                  <a:cubicBezTo>
                    <a:pt x="56" y="80"/>
                    <a:pt x="80" y="67"/>
                    <a:pt x="86" y="45"/>
                  </a:cubicBezTo>
                  <a:cubicBezTo>
                    <a:pt x="93" y="23"/>
                    <a:pt x="93" y="23"/>
                    <a:pt x="93" y="2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0" y="44"/>
                    <a:pt x="12" y="67"/>
                    <a:pt x="34" y="73"/>
                  </a:cubicBezTo>
                  <a:close/>
                </a:path>
              </a:pathLst>
            </a:cu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6" name="任意多边形: 形状 305"/>
            <p:cNvSpPr>
              <a:spLocks/>
            </p:cNvSpPr>
            <p:nvPr userDrawn="1"/>
          </p:nvSpPr>
          <p:spPr bwMode="auto">
            <a:xfrm>
              <a:off x="10177463" y="6207125"/>
              <a:ext cx="33338" cy="96838"/>
            </a:xfrm>
            <a:custGeom>
              <a:avLst/>
              <a:gdLst>
                <a:gd name="T0" fmla="*/ 0 w 21"/>
                <a:gd name="T1" fmla="*/ 61 h 61"/>
                <a:gd name="T2" fmla="*/ 21 w 21"/>
                <a:gd name="T3" fmla="*/ 0 h 61"/>
                <a:gd name="T4" fmla="*/ 0 w 21"/>
                <a:gd name="T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61">
                  <a:moveTo>
                    <a:pt x="0" y="61"/>
                  </a:moveTo>
                  <a:lnTo>
                    <a:pt x="21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7" name="直接连接符 306"/>
            <p:cNvSpPr>
              <a:spLocks noChangeShapeType="1"/>
            </p:cNvSpPr>
            <p:nvPr userDrawn="1"/>
          </p:nvSpPr>
          <p:spPr bwMode="auto">
            <a:xfrm flipV="1">
              <a:off x="10177463" y="6207125"/>
              <a:ext cx="33338" cy="96838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8" name="直接连接符 307"/>
            <p:cNvSpPr>
              <a:spLocks noChangeShapeType="1"/>
            </p:cNvSpPr>
            <p:nvPr userDrawn="1"/>
          </p:nvSpPr>
          <p:spPr bwMode="auto">
            <a:xfrm flipH="1">
              <a:off x="10118726" y="5697538"/>
              <a:ext cx="120650" cy="387350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09" name="直接连接符 308"/>
            <p:cNvSpPr>
              <a:spLocks noChangeShapeType="1"/>
            </p:cNvSpPr>
            <p:nvPr userDrawn="1"/>
          </p:nvSpPr>
          <p:spPr bwMode="auto">
            <a:xfrm flipV="1">
              <a:off x="9944101" y="6137275"/>
              <a:ext cx="31750" cy="100013"/>
            </a:xfrm>
            <a:prstGeom prst="line">
              <a:avLst/>
            </a:prstGeom>
            <a:noFill/>
            <a:ln w="26988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0" name="任意多边形: 形状 309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1" name="任意多边形: 形状 310"/>
            <p:cNvSpPr>
              <a:spLocks/>
            </p:cNvSpPr>
            <p:nvPr userDrawn="1"/>
          </p:nvSpPr>
          <p:spPr bwMode="auto">
            <a:xfrm>
              <a:off x="5048251" y="545941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0 h 187"/>
                <a:gd name="T4" fmla="*/ 179 w 227"/>
                <a:gd name="T5" fmla="*/ 0 h 187"/>
                <a:gd name="T6" fmla="*/ 0 w 227"/>
                <a:gd name="T7" fmla="*/ 106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0"/>
                  </a:lnTo>
                  <a:lnTo>
                    <a:pt x="179" y="0"/>
                  </a:lnTo>
                  <a:lnTo>
                    <a:pt x="0" y="106"/>
                  </a:lnTo>
                  <a:lnTo>
                    <a:pt x="50" y="187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2" name="任意多边形: 形状 311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3" name="任意多边形: 形状 312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4" name="任意多边形: 形状 313"/>
            <p:cNvSpPr>
              <a:spLocks/>
            </p:cNvSpPr>
            <p:nvPr userDrawn="1"/>
          </p:nvSpPr>
          <p:spPr bwMode="auto">
            <a:xfrm>
              <a:off x="5154613" y="5888038"/>
              <a:ext cx="798513" cy="530225"/>
            </a:xfrm>
            <a:custGeom>
              <a:avLst/>
              <a:gdLst>
                <a:gd name="T0" fmla="*/ 11 w 503"/>
                <a:gd name="T1" fmla="*/ 240 h 334"/>
                <a:gd name="T2" fmla="*/ 214 w 503"/>
                <a:gd name="T3" fmla="*/ 120 h 334"/>
                <a:gd name="T4" fmla="*/ 415 w 503"/>
                <a:gd name="T5" fmla="*/ 0 h 334"/>
                <a:gd name="T6" fmla="*/ 503 w 503"/>
                <a:gd name="T7" fmla="*/ 33 h 334"/>
                <a:gd name="T8" fmla="*/ 253 w 503"/>
                <a:gd name="T9" fmla="*/ 185 h 334"/>
                <a:gd name="T10" fmla="*/ 0 w 503"/>
                <a:gd name="T11" fmla="*/ 334 h 334"/>
                <a:gd name="T12" fmla="*/ 11 w 503"/>
                <a:gd name="T13" fmla="*/ 24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3" h="334">
                  <a:moveTo>
                    <a:pt x="11" y="240"/>
                  </a:moveTo>
                  <a:lnTo>
                    <a:pt x="214" y="120"/>
                  </a:lnTo>
                  <a:lnTo>
                    <a:pt x="415" y="0"/>
                  </a:lnTo>
                  <a:lnTo>
                    <a:pt x="503" y="33"/>
                  </a:lnTo>
                  <a:lnTo>
                    <a:pt x="253" y="185"/>
                  </a:lnTo>
                  <a:lnTo>
                    <a:pt x="0" y="334"/>
                  </a:lnTo>
                  <a:lnTo>
                    <a:pt x="11" y="24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5" name="任意多边形: 形状 314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6" name="任意多边形: 形状 315"/>
            <p:cNvSpPr>
              <a:spLocks/>
            </p:cNvSpPr>
            <p:nvPr userDrawn="1"/>
          </p:nvSpPr>
          <p:spPr bwMode="auto">
            <a:xfrm>
              <a:off x="4416426" y="4886325"/>
              <a:ext cx="877888" cy="1223963"/>
            </a:xfrm>
            <a:custGeom>
              <a:avLst/>
              <a:gdLst>
                <a:gd name="T0" fmla="*/ 300 w 300"/>
                <a:gd name="T1" fmla="*/ 379 h 418"/>
                <a:gd name="T2" fmla="*/ 87 w 300"/>
                <a:gd name="T3" fmla="*/ 241 h 418"/>
                <a:gd name="T4" fmla="*/ 117 w 300"/>
                <a:gd name="T5" fmla="*/ 36 h 418"/>
                <a:gd name="T6" fmla="*/ 180 w 300"/>
                <a:gd name="T7" fmla="*/ 0 h 418"/>
                <a:gd name="T8" fmla="*/ 33 w 300"/>
                <a:gd name="T9" fmla="*/ 264 h 418"/>
                <a:gd name="T10" fmla="*/ 234 w 300"/>
                <a:gd name="T11" fmla="*/ 418 h 418"/>
                <a:gd name="T12" fmla="*/ 300 w 300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0" h="418">
                  <a:moveTo>
                    <a:pt x="300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59" y="170"/>
                    <a:pt x="73" y="93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4"/>
                  </a:cubicBezTo>
                  <a:cubicBezTo>
                    <a:pt x="59" y="355"/>
                    <a:pt x="143" y="416"/>
                    <a:pt x="234" y="418"/>
                  </a:cubicBezTo>
                  <a:lnTo>
                    <a:pt x="300" y="37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7" name="任意多边形: 形状 316"/>
            <p:cNvSpPr>
              <a:spLocks/>
            </p:cNvSpPr>
            <p:nvPr userDrawn="1"/>
          </p:nvSpPr>
          <p:spPr bwMode="auto">
            <a:xfrm>
              <a:off x="4486276" y="4845050"/>
              <a:ext cx="881063" cy="1223963"/>
            </a:xfrm>
            <a:custGeom>
              <a:avLst/>
              <a:gdLst>
                <a:gd name="T0" fmla="*/ 301 w 301"/>
                <a:gd name="T1" fmla="*/ 379 h 418"/>
                <a:gd name="T2" fmla="*/ 87 w 301"/>
                <a:gd name="T3" fmla="*/ 241 h 418"/>
                <a:gd name="T4" fmla="*/ 117 w 301"/>
                <a:gd name="T5" fmla="*/ 36 h 418"/>
                <a:gd name="T6" fmla="*/ 180 w 301"/>
                <a:gd name="T7" fmla="*/ 0 h 418"/>
                <a:gd name="T8" fmla="*/ 33 w 301"/>
                <a:gd name="T9" fmla="*/ 263 h 418"/>
                <a:gd name="T10" fmla="*/ 234 w 301"/>
                <a:gd name="T11" fmla="*/ 418 h 418"/>
                <a:gd name="T12" fmla="*/ 301 w 301"/>
                <a:gd name="T13" fmla="*/ 379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418">
                  <a:moveTo>
                    <a:pt x="301" y="379"/>
                  </a:moveTo>
                  <a:cubicBezTo>
                    <a:pt x="209" y="384"/>
                    <a:pt x="121" y="330"/>
                    <a:pt x="87" y="241"/>
                  </a:cubicBezTo>
                  <a:cubicBezTo>
                    <a:pt x="60" y="169"/>
                    <a:pt x="74" y="92"/>
                    <a:pt x="117" y="36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66" y="32"/>
                    <a:pt x="0" y="150"/>
                    <a:pt x="33" y="263"/>
                  </a:cubicBezTo>
                  <a:cubicBezTo>
                    <a:pt x="59" y="355"/>
                    <a:pt x="143" y="415"/>
                    <a:pt x="234" y="418"/>
                  </a:cubicBezTo>
                  <a:lnTo>
                    <a:pt x="301" y="379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8" name="任意多边形: 形状 317"/>
            <p:cNvSpPr>
              <a:spLocks/>
            </p:cNvSpPr>
            <p:nvPr userDrawn="1"/>
          </p:nvSpPr>
          <p:spPr bwMode="auto">
            <a:xfrm>
              <a:off x="5100638" y="5427663"/>
              <a:ext cx="360363" cy="296863"/>
            </a:xfrm>
            <a:custGeom>
              <a:avLst/>
              <a:gdLst>
                <a:gd name="T0" fmla="*/ 50 w 227"/>
                <a:gd name="T1" fmla="*/ 187 h 187"/>
                <a:gd name="T2" fmla="*/ 227 w 227"/>
                <a:gd name="T3" fmla="*/ 81 h 187"/>
                <a:gd name="T4" fmla="*/ 179 w 227"/>
                <a:gd name="T5" fmla="*/ 0 h 187"/>
                <a:gd name="T6" fmla="*/ 0 w 227"/>
                <a:gd name="T7" fmla="*/ 107 h 187"/>
                <a:gd name="T8" fmla="*/ 50 w 227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187">
                  <a:moveTo>
                    <a:pt x="50" y="187"/>
                  </a:moveTo>
                  <a:lnTo>
                    <a:pt x="227" y="81"/>
                  </a:lnTo>
                  <a:lnTo>
                    <a:pt x="179" y="0"/>
                  </a:lnTo>
                  <a:lnTo>
                    <a:pt x="0" y="107"/>
                  </a:lnTo>
                  <a:lnTo>
                    <a:pt x="50" y="187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19" name="任意多边形: 形状 318"/>
            <p:cNvSpPr>
              <a:spLocks/>
            </p:cNvSpPr>
            <p:nvPr userDrawn="1"/>
          </p:nvSpPr>
          <p:spPr bwMode="auto">
            <a:xfrm>
              <a:off x="5272088" y="5610225"/>
              <a:ext cx="146050" cy="134938"/>
            </a:xfrm>
            <a:custGeom>
              <a:avLst/>
              <a:gdLst>
                <a:gd name="T0" fmla="*/ 27 w 92"/>
                <a:gd name="T1" fmla="*/ 85 h 85"/>
                <a:gd name="T2" fmla="*/ 92 w 92"/>
                <a:gd name="T3" fmla="*/ 48 h 85"/>
                <a:gd name="T4" fmla="*/ 62 w 92"/>
                <a:gd name="T5" fmla="*/ 0 h 85"/>
                <a:gd name="T6" fmla="*/ 0 w 92"/>
                <a:gd name="T7" fmla="*/ 38 h 85"/>
                <a:gd name="T8" fmla="*/ 27 w 92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85">
                  <a:moveTo>
                    <a:pt x="27" y="85"/>
                  </a:moveTo>
                  <a:lnTo>
                    <a:pt x="92" y="48"/>
                  </a:lnTo>
                  <a:lnTo>
                    <a:pt x="62" y="0"/>
                  </a:lnTo>
                  <a:lnTo>
                    <a:pt x="0" y="38"/>
                  </a:lnTo>
                  <a:lnTo>
                    <a:pt x="27" y="85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0" name="任意多边形: 形状 319"/>
            <p:cNvSpPr>
              <a:spLocks/>
            </p:cNvSpPr>
            <p:nvPr userDrawn="1"/>
          </p:nvSpPr>
          <p:spPr bwMode="auto">
            <a:xfrm>
              <a:off x="5138738" y="5662613"/>
              <a:ext cx="668338" cy="454025"/>
            </a:xfrm>
            <a:custGeom>
              <a:avLst/>
              <a:gdLst>
                <a:gd name="T0" fmla="*/ 34 w 421"/>
                <a:gd name="T1" fmla="*/ 286 h 286"/>
                <a:gd name="T2" fmla="*/ 421 w 421"/>
                <a:gd name="T3" fmla="*/ 55 h 286"/>
                <a:gd name="T4" fmla="*/ 388 w 421"/>
                <a:gd name="T5" fmla="*/ 0 h 286"/>
                <a:gd name="T6" fmla="*/ 0 w 421"/>
                <a:gd name="T7" fmla="*/ 231 h 286"/>
                <a:gd name="T8" fmla="*/ 34 w 421"/>
                <a:gd name="T9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1" h="286">
                  <a:moveTo>
                    <a:pt x="34" y="286"/>
                  </a:moveTo>
                  <a:lnTo>
                    <a:pt x="421" y="55"/>
                  </a:lnTo>
                  <a:lnTo>
                    <a:pt x="388" y="0"/>
                  </a:lnTo>
                  <a:lnTo>
                    <a:pt x="0" y="231"/>
                  </a:lnTo>
                  <a:lnTo>
                    <a:pt x="34" y="286"/>
                  </a:lnTo>
                  <a:close/>
                </a:path>
              </a:pathLst>
            </a:custGeom>
            <a:solidFill>
              <a:srgbClr val="FFFFFF"/>
            </a:solidFill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1" name="任意多边形: 形状 320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2" name="任意多边形: 形状 321"/>
            <p:cNvSpPr>
              <a:spLocks/>
            </p:cNvSpPr>
            <p:nvPr userDrawn="1"/>
          </p:nvSpPr>
          <p:spPr bwMode="auto">
            <a:xfrm>
              <a:off x="5359401" y="5911850"/>
              <a:ext cx="239713" cy="211138"/>
            </a:xfrm>
            <a:custGeom>
              <a:avLst/>
              <a:gdLst>
                <a:gd name="T0" fmla="*/ 39 w 151"/>
                <a:gd name="T1" fmla="*/ 133 h 133"/>
                <a:gd name="T2" fmla="*/ 151 w 151"/>
                <a:gd name="T3" fmla="*/ 64 h 133"/>
                <a:gd name="T4" fmla="*/ 112 w 151"/>
                <a:gd name="T5" fmla="*/ 0 h 133"/>
                <a:gd name="T6" fmla="*/ 0 w 151"/>
                <a:gd name="T7" fmla="*/ 68 h 133"/>
                <a:gd name="T8" fmla="*/ 39 w 15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3">
                  <a:moveTo>
                    <a:pt x="39" y="133"/>
                  </a:moveTo>
                  <a:lnTo>
                    <a:pt x="151" y="64"/>
                  </a:lnTo>
                  <a:lnTo>
                    <a:pt x="112" y="0"/>
                  </a:lnTo>
                  <a:lnTo>
                    <a:pt x="0" y="68"/>
                  </a:lnTo>
                  <a:lnTo>
                    <a:pt x="39" y="13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3" name="任意多边形: 形状 322"/>
            <p:cNvSpPr>
              <a:spLocks/>
            </p:cNvSpPr>
            <p:nvPr userDrawn="1"/>
          </p:nvSpPr>
          <p:spPr bwMode="auto">
            <a:xfrm>
              <a:off x="5411788" y="5881688"/>
              <a:ext cx="239713" cy="207963"/>
            </a:xfrm>
            <a:custGeom>
              <a:avLst/>
              <a:gdLst>
                <a:gd name="T0" fmla="*/ 39 w 151"/>
                <a:gd name="T1" fmla="*/ 131 h 131"/>
                <a:gd name="T2" fmla="*/ 151 w 151"/>
                <a:gd name="T3" fmla="*/ 65 h 131"/>
                <a:gd name="T4" fmla="*/ 113 w 151"/>
                <a:gd name="T5" fmla="*/ 0 h 131"/>
                <a:gd name="T6" fmla="*/ 0 w 151"/>
                <a:gd name="T7" fmla="*/ 67 h 131"/>
                <a:gd name="T8" fmla="*/ 39 w 151"/>
                <a:gd name="T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31">
                  <a:moveTo>
                    <a:pt x="39" y="131"/>
                  </a:moveTo>
                  <a:lnTo>
                    <a:pt x="151" y="65"/>
                  </a:lnTo>
                  <a:lnTo>
                    <a:pt x="113" y="0"/>
                  </a:lnTo>
                  <a:lnTo>
                    <a:pt x="0" y="67"/>
                  </a:lnTo>
                  <a:lnTo>
                    <a:pt x="39" y="13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4" name="任意多边形: 形状 323"/>
            <p:cNvSpPr>
              <a:spLocks/>
            </p:cNvSpPr>
            <p:nvPr userDrawn="1"/>
          </p:nvSpPr>
          <p:spPr bwMode="auto">
            <a:xfrm>
              <a:off x="5224463" y="5843588"/>
              <a:ext cx="800100" cy="533400"/>
            </a:xfrm>
            <a:custGeom>
              <a:avLst/>
              <a:gdLst>
                <a:gd name="T0" fmla="*/ 11 w 504"/>
                <a:gd name="T1" fmla="*/ 242 h 336"/>
                <a:gd name="T2" fmla="*/ 214 w 504"/>
                <a:gd name="T3" fmla="*/ 122 h 336"/>
                <a:gd name="T4" fmla="*/ 415 w 504"/>
                <a:gd name="T5" fmla="*/ 0 h 336"/>
                <a:gd name="T6" fmla="*/ 504 w 504"/>
                <a:gd name="T7" fmla="*/ 35 h 336"/>
                <a:gd name="T8" fmla="*/ 253 w 504"/>
                <a:gd name="T9" fmla="*/ 185 h 336"/>
                <a:gd name="T10" fmla="*/ 0 w 504"/>
                <a:gd name="T11" fmla="*/ 336 h 336"/>
                <a:gd name="T12" fmla="*/ 11 w 504"/>
                <a:gd name="T13" fmla="*/ 24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336">
                  <a:moveTo>
                    <a:pt x="11" y="242"/>
                  </a:moveTo>
                  <a:lnTo>
                    <a:pt x="214" y="122"/>
                  </a:lnTo>
                  <a:lnTo>
                    <a:pt x="415" y="0"/>
                  </a:lnTo>
                  <a:lnTo>
                    <a:pt x="504" y="35"/>
                  </a:lnTo>
                  <a:lnTo>
                    <a:pt x="253" y="185"/>
                  </a:lnTo>
                  <a:lnTo>
                    <a:pt x="0" y="336"/>
                  </a:lnTo>
                  <a:lnTo>
                    <a:pt x="11" y="242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5" name="任意多边形: 形状 324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6" name="任意多边形: 形状 325"/>
            <p:cNvSpPr>
              <a:spLocks/>
            </p:cNvSpPr>
            <p:nvPr userDrawn="1"/>
          </p:nvSpPr>
          <p:spPr bwMode="auto">
            <a:xfrm>
              <a:off x="4476751" y="4657725"/>
              <a:ext cx="927100" cy="1033463"/>
            </a:xfrm>
            <a:custGeom>
              <a:avLst/>
              <a:gdLst>
                <a:gd name="T0" fmla="*/ 294 w 584"/>
                <a:gd name="T1" fmla="*/ 651 h 651"/>
                <a:gd name="T2" fmla="*/ 584 w 584"/>
                <a:gd name="T3" fmla="*/ 478 h 651"/>
                <a:gd name="T4" fmla="*/ 290 w 584"/>
                <a:gd name="T5" fmla="*/ 0 h 651"/>
                <a:gd name="T6" fmla="*/ 0 w 584"/>
                <a:gd name="T7" fmla="*/ 173 h 651"/>
                <a:gd name="T8" fmla="*/ 294 w 584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651">
                  <a:moveTo>
                    <a:pt x="294" y="651"/>
                  </a:moveTo>
                  <a:lnTo>
                    <a:pt x="584" y="478"/>
                  </a:lnTo>
                  <a:lnTo>
                    <a:pt x="290" y="0"/>
                  </a:lnTo>
                  <a:lnTo>
                    <a:pt x="0" y="173"/>
                  </a:lnTo>
                  <a:lnTo>
                    <a:pt x="294" y="651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7" name="任意多边形: 形状 326"/>
            <p:cNvSpPr>
              <a:spLocks/>
            </p:cNvSpPr>
            <p:nvPr userDrawn="1"/>
          </p:nvSpPr>
          <p:spPr bwMode="auto">
            <a:xfrm>
              <a:off x="4548188" y="4616450"/>
              <a:ext cx="925513" cy="1033463"/>
            </a:xfrm>
            <a:custGeom>
              <a:avLst/>
              <a:gdLst>
                <a:gd name="T0" fmla="*/ 293 w 583"/>
                <a:gd name="T1" fmla="*/ 651 h 651"/>
                <a:gd name="T2" fmla="*/ 583 w 583"/>
                <a:gd name="T3" fmla="*/ 478 h 651"/>
                <a:gd name="T4" fmla="*/ 289 w 583"/>
                <a:gd name="T5" fmla="*/ 0 h 651"/>
                <a:gd name="T6" fmla="*/ 0 w 583"/>
                <a:gd name="T7" fmla="*/ 173 h 651"/>
                <a:gd name="T8" fmla="*/ 293 w 583"/>
                <a:gd name="T9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3" h="651">
                  <a:moveTo>
                    <a:pt x="293" y="651"/>
                  </a:moveTo>
                  <a:lnTo>
                    <a:pt x="583" y="478"/>
                  </a:lnTo>
                  <a:lnTo>
                    <a:pt x="289" y="0"/>
                  </a:lnTo>
                  <a:lnTo>
                    <a:pt x="0" y="173"/>
                  </a:lnTo>
                  <a:lnTo>
                    <a:pt x="293" y="651"/>
                  </a:lnTo>
                  <a:close/>
                </a:path>
              </a:pathLst>
            </a:custGeom>
            <a:noFill/>
            <a:ln w="4127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8" name="任意多边形: 形状 327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29" name="任意多边形: 形状 328"/>
            <p:cNvSpPr>
              <a:spLocks/>
            </p:cNvSpPr>
            <p:nvPr userDrawn="1"/>
          </p:nvSpPr>
          <p:spPr bwMode="auto">
            <a:xfrm>
              <a:off x="10799763" y="3722688"/>
              <a:ext cx="403225" cy="319088"/>
            </a:xfrm>
            <a:custGeom>
              <a:avLst/>
              <a:gdLst>
                <a:gd name="T0" fmla="*/ 0 w 254"/>
                <a:gd name="T1" fmla="*/ 92 h 201"/>
                <a:gd name="T2" fmla="*/ 204 w 254"/>
                <a:gd name="T3" fmla="*/ 201 h 201"/>
                <a:gd name="T4" fmla="*/ 254 w 254"/>
                <a:gd name="T5" fmla="*/ 109 h 201"/>
                <a:gd name="T6" fmla="*/ 49 w 254"/>
                <a:gd name="T7" fmla="*/ 0 h 201"/>
                <a:gd name="T8" fmla="*/ 0 w 254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201">
                  <a:moveTo>
                    <a:pt x="0" y="92"/>
                  </a:moveTo>
                  <a:lnTo>
                    <a:pt x="204" y="201"/>
                  </a:lnTo>
                  <a:lnTo>
                    <a:pt x="254" y="109"/>
                  </a:lnTo>
                  <a:lnTo>
                    <a:pt x="49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0" name="任意多边形: 形状 329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1" name="任意多边形: 形状 330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2" name="任意多边形: 形状 331"/>
            <p:cNvSpPr>
              <a:spLocks/>
            </p:cNvSpPr>
            <p:nvPr userDrawn="1"/>
          </p:nvSpPr>
          <p:spPr bwMode="auto">
            <a:xfrm>
              <a:off x="10172701" y="4202113"/>
              <a:ext cx="919163" cy="557213"/>
            </a:xfrm>
            <a:custGeom>
              <a:avLst/>
              <a:gdLst>
                <a:gd name="T0" fmla="*/ 96 w 579"/>
                <a:gd name="T1" fmla="*/ 0 h 351"/>
                <a:gd name="T2" fmla="*/ 328 w 579"/>
                <a:gd name="T3" fmla="*/ 124 h 351"/>
                <a:gd name="T4" fmla="*/ 562 w 579"/>
                <a:gd name="T5" fmla="*/ 248 h 351"/>
                <a:gd name="T6" fmla="*/ 579 w 579"/>
                <a:gd name="T7" fmla="*/ 351 h 351"/>
                <a:gd name="T8" fmla="*/ 289 w 579"/>
                <a:gd name="T9" fmla="*/ 198 h 351"/>
                <a:gd name="T10" fmla="*/ 0 w 579"/>
                <a:gd name="T11" fmla="*/ 45 h 351"/>
                <a:gd name="T12" fmla="*/ 96 w 579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351">
                  <a:moveTo>
                    <a:pt x="96" y="0"/>
                  </a:moveTo>
                  <a:lnTo>
                    <a:pt x="328" y="124"/>
                  </a:lnTo>
                  <a:lnTo>
                    <a:pt x="562" y="248"/>
                  </a:lnTo>
                  <a:lnTo>
                    <a:pt x="579" y="351"/>
                  </a:lnTo>
                  <a:lnTo>
                    <a:pt x="289" y="198"/>
                  </a:lnTo>
                  <a:lnTo>
                    <a:pt x="0" y="45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3" name="任意多边形: 形状 332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4" name="任意多边形: 形状 333"/>
            <p:cNvSpPr>
              <a:spLocks/>
            </p:cNvSpPr>
            <p:nvPr userDrawn="1"/>
          </p:nvSpPr>
          <p:spPr bwMode="auto">
            <a:xfrm>
              <a:off x="10291763" y="2940050"/>
              <a:ext cx="1246188" cy="1227138"/>
            </a:xfrm>
            <a:custGeom>
              <a:avLst/>
              <a:gdLst>
                <a:gd name="T0" fmla="*/ 126 w 425"/>
                <a:gd name="T1" fmla="*/ 419 h 419"/>
                <a:gd name="T2" fmla="*/ 138 w 425"/>
                <a:gd name="T3" fmla="*/ 138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8 h 419"/>
                <a:gd name="T12" fmla="*/ 126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6" y="419"/>
                  </a:moveTo>
                  <a:cubicBezTo>
                    <a:pt x="69" y="335"/>
                    <a:pt x="71" y="221"/>
                    <a:pt x="138" y="138"/>
                  </a:cubicBezTo>
                  <a:cubicBezTo>
                    <a:pt x="192" y="72"/>
                    <a:pt x="274" y="41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4"/>
                    <a:pt x="85" y="100"/>
                  </a:cubicBezTo>
                  <a:cubicBezTo>
                    <a:pt x="11" y="177"/>
                    <a:pt x="0" y="290"/>
                    <a:pt x="50" y="378"/>
                  </a:cubicBezTo>
                  <a:lnTo>
                    <a:pt x="126" y="419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5" name="任意多边形: 形状 334"/>
            <p:cNvSpPr>
              <a:spLocks/>
            </p:cNvSpPr>
            <p:nvPr userDrawn="1"/>
          </p:nvSpPr>
          <p:spPr bwMode="auto">
            <a:xfrm>
              <a:off x="10374313" y="2981325"/>
              <a:ext cx="1244600" cy="1227138"/>
            </a:xfrm>
            <a:custGeom>
              <a:avLst/>
              <a:gdLst>
                <a:gd name="T0" fmla="*/ 125 w 425"/>
                <a:gd name="T1" fmla="*/ 419 h 419"/>
                <a:gd name="T2" fmla="*/ 137 w 425"/>
                <a:gd name="T3" fmla="*/ 139 h 419"/>
                <a:gd name="T4" fmla="*/ 354 w 425"/>
                <a:gd name="T5" fmla="*/ 51 h 419"/>
                <a:gd name="T6" fmla="*/ 425 w 425"/>
                <a:gd name="T7" fmla="*/ 90 h 419"/>
                <a:gd name="T8" fmla="*/ 85 w 425"/>
                <a:gd name="T9" fmla="*/ 100 h 419"/>
                <a:gd name="T10" fmla="*/ 50 w 425"/>
                <a:gd name="T11" fmla="*/ 379 h 419"/>
                <a:gd name="T12" fmla="*/ 125 w 425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19">
                  <a:moveTo>
                    <a:pt x="125" y="419"/>
                  </a:moveTo>
                  <a:cubicBezTo>
                    <a:pt x="69" y="336"/>
                    <a:pt x="70" y="222"/>
                    <a:pt x="137" y="139"/>
                  </a:cubicBezTo>
                  <a:cubicBezTo>
                    <a:pt x="191" y="72"/>
                    <a:pt x="274" y="42"/>
                    <a:pt x="354" y="51"/>
                  </a:cubicBezTo>
                  <a:cubicBezTo>
                    <a:pt x="425" y="90"/>
                    <a:pt x="425" y="90"/>
                    <a:pt x="425" y="90"/>
                  </a:cubicBezTo>
                  <a:cubicBezTo>
                    <a:pt x="328" y="0"/>
                    <a:pt x="176" y="5"/>
                    <a:pt x="85" y="100"/>
                  </a:cubicBezTo>
                  <a:cubicBezTo>
                    <a:pt x="11" y="178"/>
                    <a:pt x="0" y="291"/>
                    <a:pt x="50" y="379"/>
                  </a:cubicBezTo>
                  <a:lnTo>
                    <a:pt x="125" y="41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6" name="任意多边形: 形状 335"/>
            <p:cNvSpPr>
              <a:spLocks/>
            </p:cNvSpPr>
            <p:nvPr userDrawn="1"/>
          </p:nvSpPr>
          <p:spPr bwMode="auto">
            <a:xfrm>
              <a:off x="10856913" y="3754438"/>
              <a:ext cx="407988" cy="319088"/>
            </a:xfrm>
            <a:custGeom>
              <a:avLst/>
              <a:gdLst>
                <a:gd name="T0" fmla="*/ 0 w 257"/>
                <a:gd name="T1" fmla="*/ 92 h 201"/>
                <a:gd name="T2" fmla="*/ 207 w 257"/>
                <a:gd name="T3" fmla="*/ 201 h 201"/>
                <a:gd name="T4" fmla="*/ 257 w 257"/>
                <a:gd name="T5" fmla="*/ 109 h 201"/>
                <a:gd name="T6" fmla="*/ 52 w 257"/>
                <a:gd name="T7" fmla="*/ 0 h 201"/>
                <a:gd name="T8" fmla="*/ 0 w 257"/>
                <a:gd name="T9" fmla="*/ 9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7" h="201">
                  <a:moveTo>
                    <a:pt x="0" y="92"/>
                  </a:moveTo>
                  <a:lnTo>
                    <a:pt x="207" y="201"/>
                  </a:lnTo>
                  <a:lnTo>
                    <a:pt x="257" y="109"/>
                  </a:lnTo>
                  <a:lnTo>
                    <a:pt x="52" y="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7" name="任意多边形: 形状 336"/>
            <p:cNvSpPr>
              <a:spLocks/>
            </p:cNvSpPr>
            <p:nvPr userDrawn="1"/>
          </p:nvSpPr>
          <p:spPr bwMode="auto">
            <a:xfrm>
              <a:off x="10915651" y="3956050"/>
              <a:ext cx="165100" cy="147638"/>
            </a:xfrm>
            <a:custGeom>
              <a:avLst/>
              <a:gdLst>
                <a:gd name="T0" fmla="*/ 0 w 104"/>
                <a:gd name="T1" fmla="*/ 54 h 93"/>
                <a:gd name="T2" fmla="*/ 74 w 104"/>
                <a:gd name="T3" fmla="*/ 93 h 93"/>
                <a:gd name="T4" fmla="*/ 104 w 104"/>
                <a:gd name="T5" fmla="*/ 39 h 93"/>
                <a:gd name="T6" fmla="*/ 30 w 104"/>
                <a:gd name="T7" fmla="*/ 0 h 93"/>
                <a:gd name="T8" fmla="*/ 0 w 104"/>
                <a:gd name="T9" fmla="*/ 5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93">
                  <a:moveTo>
                    <a:pt x="0" y="54"/>
                  </a:moveTo>
                  <a:lnTo>
                    <a:pt x="74" y="93"/>
                  </a:lnTo>
                  <a:lnTo>
                    <a:pt x="104" y="39"/>
                  </a:lnTo>
                  <a:lnTo>
                    <a:pt x="30" y="0"/>
                  </a:lnTo>
                  <a:lnTo>
                    <a:pt x="0" y="5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8" name="任意多边形: 形状 337"/>
            <p:cNvSpPr>
              <a:spLocks/>
            </p:cNvSpPr>
            <p:nvPr userDrawn="1"/>
          </p:nvSpPr>
          <p:spPr bwMode="auto">
            <a:xfrm>
              <a:off x="10485438" y="4035425"/>
              <a:ext cx="762000" cy="477838"/>
            </a:xfrm>
            <a:custGeom>
              <a:avLst/>
              <a:gdLst>
                <a:gd name="T0" fmla="*/ 0 w 480"/>
                <a:gd name="T1" fmla="*/ 65 h 301"/>
                <a:gd name="T2" fmla="*/ 447 w 480"/>
                <a:gd name="T3" fmla="*/ 301 h 301"/>
                <a:gd name="T4" fmla="*/ 480 w 480"/>
                <a:gd name="T5" fmla="*/ 237 h 301"/>
                <a:gd name="T6" fmla="*/ 33 w 480"/>
                <a:gd name="T7" fmla="*/ 0 h 301"/>
                <a:gd name="T8" fmla="*/ 0 w 480"/>
                <a:gd name="T9" fmla="*/ 65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01">
                  <a:moveTo>
                    <a:pt x="0" y="65"/>
                  </a:moveTo>
                  <a:lnTo>
                    <a:pt x="447" y="301"/>
                  </a:lnTo>
                  <a:lnTo>
                    <a:pt x="480" y="237"/>
                  </a:lnTo>
                  <a:lnTo>
                    <a:pt x="33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39" name="任意多边形: 形状 338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0" name="任意多边形: 形状 339"/>
            <p:cNvSpPr>
              <a:spLocks/>
            </p:cNvSpPr>
            <p:nvPr userDrawn="1"/>
          </p:nvSpPr>
          <p:spPr bwMode="auto">
            <a:xfrm>
              <a:off x="10610851" y="4238625"/>
              <a:ext cx="269875" cy="225425"/>
            </a:xfrm>
            <a:custGeom>
              <a:avLst/>
              <a:gdLst>
                <a:gd name="T0" fmla="*/ 0 w 170"/>
                <a:gd name="T1" fmla="*/ 73 h 142"/>
                <a:gd name="T2" fmla="*/ 131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3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3"/>
                  </a:moveTo>
                  <a:lnTo>
                    <a:pt x="131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E75F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1" name="任意多边形: 形状 340"/>
            <p:cNvSpPr>
              <a:spLocks/>
            </p:cNvSpPr>
            <p:nvPr userDrawn="1"/>
          </p:nvSpPr>
          <p:spPr bwMode="auto">
            <a:xfrm>
              <a:off x="10672763" y="4270375"/>
              <a:ext cx="269875" cy="225425"/>
            </a:xfrm>
            <a:custGeom>
              <a:avLst/>
              <a:gdLst>
                <a:gd name="T0" fmla="*/ 0 w 170"/>
                <a:gd name="T1" fmla="*/ 74 h 142"/>
                <a:gd name="T2" fmla="*/ 129 w 170"/>
                <a:gd name="T3" fmla="*/ 142 h 142"/>
                <a:gd name="T4" fmla="*/ 170 w 170"/>
                <a:gd name="T5" fmla="*/ 68 h 142"/>
                <a:gd name="T6" fmla="*/ 41 w 170"/>
                <a:gd name="T7" fmla="*/ 0 h 142"/>
                <a:gd name="T8" fmla="*/ 0 w 170"/>
                <a:gd name="T9" fmla="*/ 74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" h="142">
                  <a:moveTo>
                    <a:pt x="0" y="74"/>
                  </a:moveTo>
                  <a:lnTo>
                    <a:pt x="129" y="142"/>
                  </a:lnTo>
                  <a:lnTo>
                    <a:pt x="170" y="68"/>
                  </a:lnTo>
                  <a:lnTo>
                    <a:pt x="41" y="0"/>
                  </a:lnTo>
                  <a:lnTo>
                    <a:pt x="0" y="74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2" name="任意多边形: 形状 341"/>
            <p:cNvSpPr>
              <a:spLocks/>
            </p:cNvSpPr>
            <p:nvPr userDrawn="1"/>
          </p:nvSpPr>
          <p:spPr bwMode="auto">
            <a:xfrm>
              <a:off x="10253663" y="4246563"/>
              <a:ext cx="920750" cy="554038"/>
            </a:xfrm>
            <a:custGeom>
              <a:avLst/>
              <a:gdLst>
                <a:gd name="T0" fmla="*/ 96 w 580"/>
                <a:gd name="T1" fmla="*/ 0 h 349"/>
                <a:gd name="T2" fmla="*/ 329 w 580"/>
                <a:gd name="T3" fmla="*/ 124 h 349"/>
                <a:gd name="T4" fmla="*/ 561 w 580"/>
                <a:gd name="T5" fmla="*/ 246 h 349"/>
                <a:gd name="T6" fmla="*/ 580 w 580"/>
                <a:gd name="T7" fmla="*/ 349 h 349"/>
                <a:gd name="T8" fmla="*/ 290 w 580"/>
                <a:gd name="T9" fmla="*/ 196 h 349"/>
                <a:gd name="T10" fmla="*/ 0 w 580"/>
                <a:gd name="T11" fmla="*/ 43 h 349"/>
                <a:gd name="T12" fmla="*/ 96 w 580"/>
                <a:gd name="T13" fmla="*/ 0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0" h="349">
                  <a:moveTo>
                    <a:pt x="96" y="0"/>
                  </a:moveTo>
                  <a:lnTo>
                    <a:pt x="329" y="124"/>
                  </a:lnTo>
                  <a:lnTo>
                    <a:pt x="561" y="246"/>
                  </a:lnTo>
                  <a:lnTo>
                    <a:pt x="580" y="349"/>
                  </a:lnTo>
                  <a:lnTo>
                    <a:pt x="290" y="196"/>
                  </a:lnTo>
                  <a:lnTo>
                    <a:pt x="0" y="43"/>
                  </a:lnTo>
                  <a:lnTo>
                    <a:pt x="96" y="0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3" name="任意多边形: 形状 342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4" name="任意多边形: 形状 343"/>
            <p:cNvSpPr>
              <a:spLocks/>
            </p:cNvSpPr>
            <p:nvPr userDrawn="1"/>
          </p:nvSpPr>
          <p:spPr bwMode="auto">
            <a:xfrm>
              <a:off x="10755313" y="2787650"/>
              <a:ext cx="1001713" cy="1150938"/>
            </a:xfrm>
            <a:custGeom>
              <a:avLst/>
              <a:gdLst>
                <a:gd name="T0" fmla="*/ 0 w 631"/>
                <a:gd name="T1" fmla="*/ 548 h 725"/>
                <a:gd name="T2" fmla="*/ 334 w 631"/>
                <a:gd name="T3" fmla="*/ 725 h 725"/>
                <a:gd name="T4" fmla="*/ 631 w 631"/>
                <a:gd name="T5" fmla="*/ 177 h 725"/>
                <a:gd name="T6" fmla="*/ 297 w 631"/>
                <a:gd name="T7" fmla="*/ 0 h 725"/>
                <a:gd name="T8" fmla="*/ 0 w 631"/>
                <a:gd name="T9" fmla="*/ 548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1" h="725">
                  <a:moveTo>
                    <a:pt x="0" y="548"/>
                  </a:moveTo>
                  <a:lnTo>
                    <a:pt x="334" y="725"/>
                  </a:lnTo>
                  <a:lnTo>
                    <a:pt x="631" y="177"/>
                  </a:lnTo>
                  <a:lnTo>
                    <a:pt x="297" y="0"/>
                  </a:lnTo>
                  <a:lnTo>
                    <a:pt x="0" y="548"/>
                  </a:lnTo>
                  <a:close/>
                </a:path>
              </a:pathLst>
            </a:custGeom>
            <a:solidFill>
              <a:srgbClr val="F5AB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  <p:sp>
          <p:nvSpPr>
            <p:cNvPr id="345" name="任意多边形: 形状 344"/>
            <p:cNvSpPr>
              <a:spLocks/>
            </p:cNvSpPr>
            <p:nvPr userDrawn="1"/>
          </p:nvSpPr>
          <p:spPr bwMode="auto">
            <a:xfrm>
              <a:off x="10837863" y="2830513"/>
              <a:ext cx="998538" cy="1149350"/>
            </a:xfrm>
            <a:custGeom>
              <a:avLst/>
              <a:gdLst>
                <a:gd name="T0" fmla="*/ 0 w 629"/>
                <a:gd name="T1" fmla="*/ 549 h 724"/>
                <a:gd name="T2" fmla="*/ 332 w 629"/>
                <a:gd name="T3" fmla="*/ 724 h 724"/>
                <a:gd name="T4" fmla="*/ 629 w 629"/>
                <a:gd name="T5" fmla="*/ 176 h 724"/>
                <a:gd name="T6" fmla="*/ 297 w 629"/>
                <a:gd name="T7" fmla="*/ 0 h 724"/>
                <a:gd name="T8" fmla="*/ 0 w 629"/>
                <a:gd name="T9" fmla="*/ 549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9" h="724">
                  <a:moveTo>
                    <a:pt x="0" y="549"/>
                  </a:moveTo>
                  <a:lnTo>
                    <a:pt x="332" y="724"/>
                  </a:lnTo>
                  <a:lnTo>
                    <a:pt x="629" y="176"/>
                  </a:lnTo>
                  <a:lnTo>
                    <a:pt x="297" y="0"/>
                  </a:lnTo>
                  <a:lnTo>
                    <a:pt x="0" y="549"/>
                  </a:lnTo>
                  <a:close/>
                </a:path>
              </a:pathLst>
            </a:custGeom>
            <a:noFill/>
            <a:ln w="47625" cap="rnd">
              <a:solidFill>
                <a:srgbClr val="2B2B2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3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2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5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2026/5/24</a:t>
            </a:fld>
            <a:endParaRPr lang="zh-CN" alt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5" y="624046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5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5" r:id="rId4"/>
    <p:sldLayoutId id="2147483662" r:id="rId5"/>
    <p:sldLayoutId id="2147483655" r:id="rId6"/>
    <p:sldLayoutId id="2147483661" r:id="rId7"/>
  </p:sldLayoutIdLst>
  <p:hf hdr="0" dt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3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2027038" y="2881910"/>
            <a:ext cx="8137923" cy="419099"/>
          </a:xfrm>
        </p:spPr>
        <p:txBody>
          <a:bodyPr>
            <a:normAutofit/>
          </a:bodyPr>
          <a:lstStyle/>
          <a:p>
            <a:endParaRPr lang="en-US" altLang="zh-CN" sz="2000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2026444" y="1634578"/>
            <a:ext cx="8137923" cy="1247332"/>
          </a:xfrm>
        </p:spPr>
        <p:txBody>
          <a:bodyPr>
            <a:normAutofit/>
          </a:bodyPr>
          <a:lstStyle/>
          <a:p>
            <a:r>
              <a:rPr lang="zh-CN" altLang="en-US" dirty="0"/>
              <a:t>灵境：多智能体修仙模拟器</a:t>
            </a:r>
            <a:endParaRPr lang="zh-CN" altLang="en-US" sz="40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2026445" y="3572321"/>
            <a:ext cx="8073520" cy="1830952"/>
          </a:xfrm>
        </p:spPr>
        <p:txBody>
          <a:bodyPr/>
          <a:lstStyle/>
          <a:p>
            <a:r>
              <a:rPr lang="en-US" altLang="zh-CN" sz="1500" dirty="0"/>
              <a:t>By</a:t>
            </a:r>
          </a:p>
          <a:p>
            <a:r>
              <a:rPr lang="zh-CN" altLang="en-US" dirty="0"/>
              <a:t>蔡鋈</a:t>
            </a:r>
            <a:endParaRPr lang="en-US" altLang="zh-CN" dirty="0"/>
          </a:p>
          <a:p>
            <a:r>
              <a:rPr lang="zh-CN" altLang="en-US" dirty="0"/>
              <a:t>陈明灏</a:t>
            </a:r>
            <a:endParaRPr lang="en-US" altLang="zh-CN" dirty="0"/>
          </a:p>
          <a:p>
            <a:r>
              <a:rPr lang="zh-CN" altLang="en-US" dirty="0"/>
              <a:t>汪梓键</a:t>
            </a:r>
            <a:endParaRPr lang="en-US" altLang="zh-CN" sz="1500" dirty="0"/>
          </a:p>
          <a:p>
            <a:r>
              <a:rPr lang="zh-CN" altLang="en-US" dirty="0"/>
              <a:t>朱泽昀</a:t>
            </a:r>
            <a:endParaRPr lang="en-US" altLang="zh-CN" dirty="0"/>
          </a:p>
          <a:p>
            <a:endParaRPr lang="en-US" altLang="zh-CN" sz="150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2026444" y="3794524"/>
            <a:ext cx="8137923" cy="222203"/>
          </a:xfrm>
        </p:spPr>
        <p:txBody>
          <a:bodyPr/>
          <a:lstStyle/>
          <a:p>
            <a:r>
              <a:rPr lang="en-US" altLang="en-US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0498D3A-B738-48EC-A39C-94C58B88932B}"/>
              </a:ext>
            </a:extLst>
          </p:cNvPr>
          <p:cNvGrpSpPr/>
          <p:nvPr/>
        </p:nvGrpSpPr>
        <p:grpSpPr>
          <a:xfrm>
            <a:off x="750644" y="1394661"/>
            <a:ext cx="10769804" cy="4346715"/>
            <a:chOff x="757282" y="1507208"/>
            <a:chExt cx="10763165" cy="4277208"/>
          </a:xfrm>
        </p:grpSpPr>
        <p:grpSp>
          <p:nvGrpSpPr>
            <p:cNvPr id="6" name="组合 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A759C196-DA28-4241-ABB5-975367026FE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57282" y="1507208"/>
              <a:ext cx="10763165" cy="4277208"/>
              <a:chOff x="1175743" y="1507208"/>
              <a:chExt cx="10344706" cy="4277208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8F70259-7598-4270-874A-6F50772D10F6}"/>
                  </a:ext>
                </a:extLst>
              </p:cNvPr>
              <p:cNvSpPr txBox="1"/>
              <p:nvPr/>
            </p:nvSpPr>
            <p:spPr bwMode="auto">
              <a:xfrm>
                <a:off x="3822154" y="1507208"/>
                <a:ext cx="7698295" cy="4003616"/>
              </a:xfrm>
              <a:prstGeom prst="rect">
                <a:avLst/>
              </a:prstGeom>
              <a:noFill/>
            </p:spPr>
            <p:txBody>
              <a:bodyPr wrap="square" tIns="0" anchor="t">
                <a:noAutofit/>
              </a:bodyPr>
              <a:lstStyle>
                <a:defPPr>
                  <a:defRPr lang="zh-CN"/>
                </a:defPPr>
                <a:lvl1pPr>
                  <a:defRPr sz="1600" b="1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742950" indent="-28575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rgbClr val="4D4D4D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4000" b="0" dirty="0">
                    <a:latin typeface="+mn-lt"/>
                    <a:ea typeface="+mn-ea"/>
                    <a:sym typeface="+mn-lt"/>
                  </a:rPr>
                  <a:t>1.</a:t>
                </a:r>
                <a:r>
                  <a:rPr lang="zh-CN" altLang="en-US" sz="4000" b="0" dirty="0">
                    <a:latin typeface="+mn-lt"/>
                    <a:ea typeface="+mn-ea"/>
                    <a:sym typeface="+mn-lt"/>
                  </a:rPr>
                  <a:t>团队分工和计划</a:t>
                </a:r>
                <a:endParaRPr lang="en-US" altLang="zh-CN" sz="4000" b="0" dirty="0">
                  <a:latin typeface="+mn-lt"/>
                  <a:ea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4000" b="0" dirty="0">
                    <a:latin typeface="+mn-lt"/>
                    <a:ea typeface="+mn-ea"/>
                    <a:sym typeface="+mn-lt"/>
                  </a:rPr>
                  <a:t>2.</a:t>
                </a:r>
                <a:r>
                  <a:rPr lang="zh-CN" altLang="en-US" sz="4000" b="0" dirty="0">
                    <a:latin typeface="+mn-lt"/>
                    <a:ea typeface="+mn-ea"/>
                    <a:sym typeface="+mn-lt"/>
                  </a:rPr>
                  <a:t>问题以及解决方案</a:t>
                </a:r>
                <a:endParaRPr lang="en-US" altLang="zh-CN" sz="4000" b="0" dirty="0">
                  <a:latin typeface="+mn-lt"/>
                  <a:ea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4000" b="0" dirty="0">
                    <a:latin typeface="+mn-lt"/>
                    <a:ea typeface="+mn-ea"/>
                    <a:sym typeface="+mn-lt"/>
                  </a:rPr>
                  <a:t>3.</a:t>
                </a:r>
                <a:r>
                  <a:rPr lang="zh-CN" altLang="en-US" sz="4000" b="0" dirty="0">
                    <a:latin typeface="+mn-lt"/>
                    <a:ea typeface="+mn-ea"/>
                    <a:sym typeface="+mn-lt"/>
                  </a:rPr>
                  <a:t>实际架构</a:t>
                </a:r>
                <a:endParaRPr lang="en-US" altLang="zh-CN" sz="4000" b="0" dirty="0">
                  <a:latin typeface="+mn-lt"/>
                  <a:ea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4000" b="0" dirty="0">
                    <a:latin typeface="+mn-lt"/>
                    <a:ea typeface="+mn-ea"/>
                    <a:sym typeface="+mn-lt"/>
                  </a:rPr>
                  <a:t>4.</a:t>
                </a:r>
                <a:r>
                  <a:rPr lang="zh-CN" altLang="en-US" sz="4000" b="0" dirty="0">
                    <a:latin typeface="+mn-lt"/>
                    <a:ea typeface="+mn-ea"/>
                    <a:sym typeface="+mn-lt"/>
                  </a:rPr>
                  <a:t>测试安排</a:t>
                </a:r>
                <a:endParaRPr lang="en-US" altLang="zh-CN" sz="4000" b="0" dirty="0">
                  <a:latin typeface="+mn-lt"/>
                  <a:ea typeface="+mn-ea"/>
                  <a:sym typeface="+mn-lt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DA1FB18E-FA01-4588-BEF9-FB96A98A8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6888" y="1780800"/>
                <a:ext cx="0" cy="4003616"/>
              </a:xfrm>
              <a:prstGeom prst="line">
                <a:avLst/>
              </a:prstGeom>
              <a:solidFill>
                <a:srgbClr val="FFCC00"/>
              </a:solidFill>
              <a:ln w="3175" cap="flat" cmpd="sng" algn="ctr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B1D0A1-2667-455C-9387-D7ABF0A00B8C}"/>
                  </a:ext>
                </a:extLst>
              </p:cNvPr>
              <p:cNvSpPr txBox="1"/>
              <p:nvPr/>
            </p:nvSpPr>
            <p:spPr>
              <a:xfrm>
                <a:off x="1175743" y="1700808"/>
                <a:ext cx="2521108" cy="5299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tr-TR" sz="29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CONTENTS</a:t>
                </a:r>
              </a:p>
            </p:txBody>
          </p:sp>
        </p:grp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ADAD6BE3-DC11-4582-9F68-50D831ADD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79533" y="4867348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93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24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sz="7200" b="1" dirty="0"/>
              <a:t>团队分工和计划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582498" y="2478881"/>
            <a:ext cx="97561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团队分工和计划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851962-8AD2-89F1-D9BD-527058133763}"/>
              </a:ext>
            </a:extLst>
          </p:cNvPr>
          <p:cNvSpPr txBox="1"/>
          <p:nvPr/>
        </p:nvSpPr>
        <p:spPr>
          <a:xfrm>
            <a:off x="669924" y="1028702"/>
            <a:ext cx="1085056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团队分工方案</a:t>
            </a:r>
            <a:endParaRPr lang="en-US" altLang="zh-CN" sz="1400" b="1" dirty="0"/>
          </a:p>
          <a:p>
            <a:endParaRPr lang="zh-CN" altLang="en-US" sz="1400" b="1" dirty="0"/>
          </a:p>
          <a:p>
            <a:r>
              <a:rPr lang="zh-CN" altLang="en-US" sz="1400" b="1" dirty="0"/>
              <a:t>蔡鋈：后端架构师与</a:t>
            </a:r>
            <a:r>
              <a:rPr lang="en-US" altLang="zh-CN" sz="1400" b="1" dirty="0"/>
              <a:t>AI</a:t>
            </a:r>
            <a:r>
              <a:rPr lang="zh-CN" altLang="en-US" sz="1400" b="1" dirty="0"/>
              <a:t>集成师</a:t>
            </a:r>
          </a:p>
          <a:p>
            <a:r>
              <a:rPr lang="zh-CN" altLang="en-US" sz="1400" dirty="0"/>
              <a:t>核心服务开发：负责 </a:t>
            </a:r>
            <a:r>
              <a:rPr lang="en-US" altLang="zh-CN" sz="1400" dirty="0"/>
              <a:t>main.py</a:t>
            </a:r>
            <a:r>
              <a:rPr lang="zh-CN" altLang="en-US" sz="1400" dirty="0"/>
              <a:t>中</a:t>
            </a:r>
            <a:r>
              <a:rPr lang="en-US" altLang="zh-CN" sz="1400" dirty="0" err="1"/>
              <a:t>FastAPI</a:t>
            </a:r>
            <a:r>
              <a:rPr lang="zh-CN" altLang="en-US" sz="1400" dirty="0"/>
              <a:t>后端服务的开发、维护与优化，确保 </a:t>
            </a:r>
            <a:r>
              <a:rPr lang="en-US" altLang="zh-CN" sz="1400" dirty="0"/>
              <a:t>/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</a:t>
            </a:r>
            <a:r>
              <a:rPr lang="en-US" altLang="zh-CN" sz="1400" dirty="0" err="1"/>
              <a:t>event_text</a:t>
            </a:r>
            <a:r>
              <a:rPr lang="zh-CN" altLang="en-US" sz="1400" dirty="0"/>
              <a:t>和 </a:t>
            </a:r>
            <a:r>
              <a:rPr lang="en-US" altLang="zh-CN" sz="1400" dirty="0"/>
              <a:t>/</a:t>
            </a:r>
            <a:r>
              <a:rPr lang="en-US" altLang="zh-CN" sz="1400" dirty="0" err="1"/>
              <a:t>api</a:t>
            </a:r>
            <a:r>
              <a:rPr lang="en-US" altLang="zh-CN" sz="1400" dirty="0"/>
              <a:t>/</a:t>
            </a:r>
            <a:r>
              <a:rPr lang="en-US" altLang="zh-CN" sz="1400" dirty="0" err="1"/>
              <a:t>auction_gongfa</a:t>
            </a:r>
            <a:r>
              <a:rPr lang="zh-CN" altLang="en-US" sz="1400" dirty="0"/>
              <a:t>等</a:t>
            </a:r>
            <a:r>
              <a:rPr lang="en-US" altLang="zh-CN" sz="1400" dirty="0"/>
              <a:t>AI</a:t>
            </a:r>
            <a:r>
              <a:rPr lang="zh-CN" altLang="en-US" sz="1400" dirty="0"/>
              <a:t>生成接口的稳定与高效。</a:t>
            </a:r>
          </a:p>
          <a:p>
            <a:r>
              <a:rPr lang="zh-CN" altLang="en-US" sz="1400" dirty="0"/>
              <a:t>智能体集成：负责将大语言模型（</a:t>
            </a:r>
            <a:r>
              <a:rPr lang="en-US" altLang="zh-CN" sz="1400" dirty="0"/>
              <a:t>OpenAI/DeepSeek API </a:t>
            </a:r>
            <a:r>
              <a:rPr lang="zh-CN" altLang="en-US" sz="1400" dirty="0"/>
              <a:t>或 本地</a:t>
            </a:r>
            <a:r>
              <a:rPr lang="en-US" altLang="zh-CN" sz="1400" dirty="0" err="1"/>
              <a:t>Ollama</a:t>
            </a:r>
            <a:r>
              <a:rPr lang="zh-CN" altLang="en-US" sz="1400" dirty="0"/>
              <a:t>模型）通过提示词工程集成到后端，实现动态内容生成。</a:t>
            </a:r>
          </a:p>
          <a:p>
            <a:r>
              <a:rPr lang="zh-CN" altLang="en-US" sz="1400" b="1" dirty="0"/>
              <a:t>汪梓键：前端工程师与游戏逻辑设计师</a:t>
            </a:r>
          </a:p>
          <a:p>
            <a:r>
              <a:rPr lang="zh-CN" altLang="en-US" sz="1400" dirty="0"/>
              <a:t>核心职责：</a:t>
            </a:r>
          </a:p>
          <a:p>
            <a:r>
              <a:rPr lang="zh-CN" altLang="en-US" sz="1400" dirty="0"/>
              <a:t>前端开发：负责 </a:t>
            </a:r>
            <a:r>
              <a:rPr lang="en-US" altLang="zh-CN" sz="1400" dirty="0" err="1"/>
              <a:t>App.jsx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main.jsx</a:t>
            </a:r>
            <a:r>
              <a:rPr lang="zh-CN" altLang="en-US" sz="1400" dirty="0"/>
              <a:t>等核心前端组件的开发，实现游戏界面交互。</a:t>
            </a:r>
          </a:p>
          <a:p>
            <a:r>
              <a:rPr lang="en-US" altLang="zh-CN" sz="1400" dirty="0"/>
              <a:t>API</a:t>
            </a:r>
            <a:r>
              <a:rPr lang="zh-CN" altLang="en-US" sz="1400" dirty="0"/>
              <a:t>联调：与后端架构师协作，完成前端界面与后端</a:t>
            </a:r>
            <a:r>
              <a:rPr lang="en-US" altLang="zh-CN" sz="1400" dirty="0"/>
              <a:t>AI</a:t>
            </a:r>
            <a:r>
              <a:rPr lang="zh-CN" altLang="en-US" sz="1400" dirty="0"/>
              <a:t>生成服务的对接与数据展示。</a:t>
            </a:r>
          </a:p>
          <a:p>
            <a:r>
              <a:rPr lang="zh-CN" altLang="en-US" sz="1400" b="1" dirty="0"/>
              <a:t>陈明灏：</a:t>
            </a:r>
            <a:r>
              <a:rPr lang="en-US" altLang="zh-CN" sz="1400" b="1" dirty="0"/>
              <a:t>DevOps</a:t>
            </a:r>
            <a:r>
              <a:rPr lang="zh-CN" altLang="en-US" sz="1400" b="1" dirty="0"/>
              <a:t>集成工程师与演示负责人</a:t>
            </a:r>
          </a:p>
          <a:p>
            <a:r>
              <a:rPr lang="zh-CN" altLang="en-US" sz="1400" dirty="0"/>
              <a:t>核心职责：</a:t>
            </a:r>
          </a:p>
          <a:p>
            <a:r>
              <a:rPr lang="zh-CN" altLang="en-US" sz="1400" dirty="0"/>
              <a:t>环境整合：编写并测试 启动游戏</a:t>
            </a:r>
            <a:r>
              <a:rPr lang="en-US" altLang="zh-CN" sz="1400" dirty="0"/>
              <a:t>.bat</a:t>
            </a:r>
            <a:r>
              <a:rPr lang="zh-CN" altLang="en-US" sz="1400" dirty="0"/>
              <a:t>脚本，实现一键启动前后端服务。解决</a:t>
            </a:r>
            <a:r>
              <a:rPr lang="en-US" altLang="zh-CN" sz="1400" dirty="0"/>
              <a:t>Node.js</a:t>
            </a:r>
            <a:r>
              <a:rPr lang="zh-CN" altLang="en-US" sz="1400" dirty="0"/>
              <a:t>和</a:t>
            </a:r>
            <a:r>
              <a:rPr lang="en-US" altLang="zh-CN" sz="1400" dirty="0"/>
              <a:t>Python</a:t>
            </a:r>
            <a:r>
              <a:rPr lang="zh-CN" altLang="en-US" sz="1400" dirty="0"/>
              <a:t>环境的全局依赖。</a:t>
            </a:r>
          </a:p>
          <a:p>
            <a:r>
              <a:rPr lang="zh-CN" altLang="en-US" sz="1400" dirty="0"/>
              <a:t>项目部署：确保前后端在开发和生产（演示）环境均可顺利运行，处理可能出现的端口冲突、跨域等问题。</a:t>
            </a:r>
          </a:p>
          <a:p>
            <a:r>
              <a:rPr lang="en-US" altLang="zh-CN" sz="1400" dirty="0"/>
              <a:t>PPT</a:t>
            </a:r>
            <a:r>
              <a:rPr lang="zh-CN" altLang="en-US" sz="1400" dirty="0"/>
              <a:t>制作与主讲：作为项目答辩主讲人，负责制作最终答辩</a:t>
            </a:r>
            <a:r>
              <a:rPr lang="en-US" altLang="zh-CN" sz="1400" dirty="0"/>
              <a:t>PPT</a:t>
            </a:r>
            <a:r>
              <a:rPr lang="zh-CN" altLang="en-US" sz="1400" dirty="0"/>
              <a:t>，并重点演示项目的“杀手级功能”（</a:t>
            </a:r>
            <a:r>
              <a:rPr lang="en-US" altLang="zh-CN" sz="1400" dirty="0"/>
              <a:t>AI</a:t>
            </a:r>
            <a:r>
              <a:rPr lang="zh-CN" altLang="en-US" sz="1400" dirty="0"/>
              <a:t>动态生成、完整游戏循环、离线运行）。</a:t>
            </a:r>
          </a:p>
          <a:p>
            <a:r>
              <a:rPr lang="zh-CN" altLang="en-US" sz="1400" b="1" dirty="0"/>
              <a:t>朱泽昀：产品设计师与文档工程师</a:t>
            </a:r>
          </a:p>
          <a:p>
            <a:r>
              <a:rPr lang="zh-CN" altLang="en-US" sz="1400" dirty="0"/>
              <a:t>核心职责：</a:t>
            </a:r>
          </a:p>
          <a:p>
            <a:r>
              <a:rPr lang="en-US" altLang="zh-CN" sz="1400" dirty="0"/>
              <a:t>UI/UX</a:t>
            </a:r>
            <a:r>
              <a:rPr lang="zh-CN" altLang="en-US" sz="1400" dirty="0"/>
              <a:t>与视觉资产：设计并优化 </a:t>
            </a:r>
            <a:r>
              <a:rPr lang="en-US" altLang="zh-CN" sz="1400" dirty="0"/>
              <a:t>index.css</a:t>
            </a:r>
            <a:r>
              <a:rPr lang="zh-CN" altLang="en-US" sz="1400" dirty="0"/>
              <a:t>及游戏内视觉风格，管理 </a:t>
            </a:r>
            <a:r>
              <a:rPr lang="en-US" altLang="zh-CN" sz="1400" dirty="0"/>
              <a:t>public/</a:t>
            </a:r>
            <a:r>
              <a:rPr lang="zh-CN" altLang="en-US" sz="1400" dirty="0"/>
              <a:t>目录下的场景图片等静态资源，提升游戏沉浸感。</a:t>
            </a:r>
          </a:p>
          <a:p>
            <a:r>
              <a:rPr lang="zh-CN" altLang="en-US" sz="1400" dirty="0"/>
              <a:t>主文档撰写：负责撰写项目的核心对外文档，包括</a:t>
            </a:r>
            <a:r>
              <a:rPr lang="en-US" altLang="zh-CN" sz="1400" dirty="0"/>
              <a:t>README</a:t>
            </a:r>
            <a:r>
              <a:rPr lang="zh-CN" altLang="en-US" sz="1400" dirty="0"/>
              <a:t>、用户手册，并主笔最终的公开技术博客，整合团队成果。</a:t>
            </a:r>
          </a:p>
          <a:p>
            <a:r>
              <a:rPr lang="zh-CN" altLang="en-US" sz="1400" dirty="0"/>
              <a:t>完整的项目说明文档和用户指南。</a:t>
            </a:r>
          </a:p>
          <a:p>
            <a:r>
              <a:rPr lang="zh-CN" altLang="en-US" sz="1400" dirty="0"/>
              <a:t>最终版技术博客：撰写并发布一篇综合性的“从零到一：构建一个</a:t>
            </a:r>
            <a:r>
              <a:rPr lang="en-US" altLang="zh-CN" sz="1400" dirty="0"/>
              <a:t>AI</a:t>
            </a:r>
            <a:r>
              <a:rPr lang="zh-CN" altLang="en-US" sz="1400" dirty="0"/>
              <a:t>驱动的修仙模拟器”​ 项目博客，全面介绍项目背景、技术架构、核心功能与团队心得。</a:t>
            </a:r>
          </a:p>
        </p:txBody>
      </p:sp>
    </p:spTree>
    <p:extLst>
      <p:ext uri="{BB962C8B-B14F-4D97-AF65-F5344CB8AC3E}">
        <p14:creationId xmlns:p14="http://schemas.microsoft.com/office/powerpoint/2010/main" val="275816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2AC94-AB42-5253-2B1B-7F043AC4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49" y="2314108"/>
            <a:ext cx="1097101" cy="1114892"/>
          </a:xfrm>
        </p:spPr>
        <p:txBody>
          <a:bodyPr>
            <a:normAutofit/>
          </a:bodyPr>
          <a:lstStyle/>
          <a:p>
            <a:pPr algn="l"/>
            <a:br>
              <a:rPr lang="zh-CN" altLang="en-US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708313-B63F-8CEC-CE94-2C1DD6167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zh-CN" altLang="en-US" sz="7200" b="1" dirty="0"/>
              <a:t>问题以及解决方案</a:t>
            </a:r>
            <a:endParaRPr lang="en-US" altLang="zh-CN" sz="7200" b="1" dirty="0"/>
          </a:p>
          <a:p>
            <a:endParaRPr lang="zh-CN" altLang="en-US" sz="72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39E98AB-A7BF-3804-D3C9-DCFA23DA0AEF}"/>
              </a:ext>
            </a:extLst>
          </p:cNvPr>
          <p:cNvSpPr txBox="1"/>
          <p:nvPr/>
        </p:nvSpPr>
        <p:spPr>
          <a:xfrm>
            <a:off x="5608190" y="2532855"/>
            <a:ext cx="975617" cy="667432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135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z="135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18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C74A5-0E7C-5110-4ECB-0E3C31C0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47CA0-7374-223B-0270-6C62A480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问题以及解决方案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5EBF94-B76A-186A-70EC-428DB790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B1B7B2-BDC7-944A-B65D-250F26B8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9B0032-73CD-51C6-4D2C-EB5DDCB2E3D3}"/>
              </a:ext>
            </a:extLst>
          </p:cNvPr>
          <p:cNvSpPr txBox="1"/>
          <p:nvPr/>
        </p:nvSpPr>
        <p:spPr>
          <a:xfrm>
            <a:off x="669925" y="1028702"/>
            <a:ext cx="109011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一、选题背景与意义</a:t>
            </a:r>
            <a:endParaRPr lang="en-US" altLang="zh-CN" b="1" dirty="0"/>
          </a:p>
          <a:p>
            <a:r>
              <a:rPr lang="en-US" altLang="zh-CN" b="1" dirty="0"/>
              <a:t>1. AI </a:t>
            </a:r>
            <a:r>
              <a:rPr lang="zh-CN" altLang="en-US" b="1" dirty="0"/>
              <a:t>返回内容格式不稳定</a:t>
            </a:r>
          </a:p>
          <a:p>
            <a:r>
              <a:rPr lang="zh-CN" altLang="en-US" b="1" dirty="0"/>
              <a:t>问题</a:t>
            </a:r>
          </a:p>
          <a:p>
            <a:r>
              <a:rPr lang="en-US" altLang="zh-CN" dirty="0"/>
              <a:t>OpenAI/DeepSeek </a:t>
            </a:r>
            <a:r>
              <a:rPr lang="zh-CN" altLang="en-US" dirty="0"/>
              <a:t>返回的数据有时包含：</a:t>
            </a:r>
          </a:p>
          <a:p>
            <a:r>
              <a:rPr lang="en-US" altLang="zh-CN" dirty="0"/>
              <a:t>markdown </a:t>
            </a:r>
            <a:r>
              <a:rPr lang="zh-CN" altLang="en-US" dirty="0"/>
              <a:t>非 </a:t>
            </a:r>
            <a:r>
              <a:rPr lang="en-US" altLang="zh-CN" dirty="0"/>
              <a:t>JSON </a:t>
            </a:r>
            <a:r>
              <a:rPr lang="zh-CN" altLang="en-US" dirty="0"/>
              <a:t>内容 多余解释文本 导致程序：</a:t>
            </a:r>
          </a:p>
          <a:p>
            <a:r>
              <a:rPr lang="en-US" altLang="zh-CN" dirty="0" err="1"/>
              <a:t>json.loads</a:t>
            </a:r>
            <a:r>
              <a:rPr lang="en-US" altLang="zh-CN" dirty="0"/>
              <a:t>()</a:t>
            </a:r>
          </a:p>
          <a:p>
            <a:r>
              <a:rPr lang="zh-CN" altLang="en-US" dirty="0"/>
              <a:t>解析失败。</a:t>
            </a:r>
          </a:p>
          <a:p>
            <a:r>
              <a:rPr lang="zh-CN" altLang="en-US" b="1" dirty="0"/>
              <a:t>解决方案</a:t>
            </a:r>
          </a:p>
          <a:p>
            <a:r>
              <a:rPr lang="zh-CN" altLang="en-US" dirty="0"/>
              <a:t>项目中编写：</a:t>
            </a:r>
          </a:p>
          <a:p>
            <a:r>
              <a:rPr lang="en-US" altLang="zh-CN" dirty="0"/>
              <a:t>def </a:t>
            </a:r>
            <a:r>
              <a:rPr lang="en-US" altLang="zh-CN" dirty="0" err="1"/>
              <a:t>safe_json_load</a:t>
            </a:r>
            <a:r>
              <a:rPr lang="en-US" altLang="zh-CN" dirty="0"/>
              <a:t>(text: str)</a:t>
            </a:r>
          </a:p>
          <a:p>
            <a:r>
              <a:rPr lang="zh-CN" altLang="en-US" dirty="0"/>
              <a:t>自动：去除 </a:t>
            </a:r>
            <a:r>
              <a:rPr lang="en-US" altLang="zh-CN" dirty="0"/>
              <a:t>markdown </a:t>
            </a:r>
            <a:r>
              <a:rPr lang="zh-CN" altLang="en-US" dirty="0"/>
              <a:t>代码块 清理非法字符 统一 </a:t>
            </a:r>
            <a:r>
              <a:rPr lang="en-US" altLang="zh-CN" dirty="0"/>
              <a:t>JSON </a:t>
            </a:r>
            <a:r>
              <a:rPr lang="zh-CN" altLang="en-US" dirty="0"/>
              <a:t>格式 并增加：</a:t>
            </a:r>
          </a:p>
          <a:p>
            <a:r>
              <a:rPr lang="en-US" altLang="zh-CN" dirty="0"/>
              <a:t>try:</a:t>
            </a:r>
            <a:br>
              <a:rPr lang="en-US" altLang="zh-CN" dirty="0"/>
            </a:br>
            <a:r>
              <a:rPr lang="en-US" altLang="zh-CN" dirty="0"/>
              <a:t>    ...</a:t>
            </a:r>
            <a:br>
              <a:rPr lang="en-US" altLang="zh-CN" dirty="0"/>
            </a:br>
            <a:r>
              <a:rPr lang="en-US" altLang="zh-CN" dirty="0"/>
              <a:t>except Exception:</a:t>
            </a:r>
          </a:p>
          <a:p>
            <a:r>
              <a:rPr lang="zh-CN" altLang="en-US" dirty="0"/>
              <a:t>进行异常回退处理。</a:t>
            </a:r>
          </a:p>
          <a:p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1864921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D4E78-3619-C63B-3EB8-A55233CF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问题以及解决方案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7F92CD-F078-7909-57A3-6D9F6384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DFE21-AAC4-B182-DC1F-5D2C4427A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CD6976-9283-CFB8-7DBF-1A573F4F7CD8}"/>
              </a:ext>
            </a:extLst>
          </p:cNvPr>
          <p:cNvSpPr txBox="1"/>
          <p:nvPr/>
        </p:nvSpPr>
        <p:spPr>
          <a:xfrm>
            <a:off x="669925" y="1028702"/>
            <a:ext cx="1109928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 AI </a:t>
            </a:r>
            <a:r>
              <a:rPr lang="zh-CN" altLang="en-US" b="1" dirty="0"/>
              <a:t>接口调用失败问题</a:t>
            </a:r>
          </a:p>
          <a:p>
            <a:r>
              <a:rPr lang="zh-CN" altLang="en-US" b="1" dirty="0"/>
              <a:t>问题</a:t>
            </a:r>
          </a:p>
          <a:p>
            <a:r>
              <a:rPr lang="zh-CN" altLang="en-US" dirty="0"/>
              <a:t>开发阶段：</a:t>
            </a:r>
          </a:p>
          <a:p>
            <a:r>
              <a:rPr lang="en-US" altLang="zh-CN" dirty="0"/>
              <a:t>API Key </a:t>
            </a:r>
            <a:r>
              <a:rPr lang="zh-CN" altLang="en-US" dirty="0"/>
              <a:t>未配置 </a:t>
            </a:r>
          </a:p>
          <a:p>
            <a:r>
              <a:rPr lang="zh-CN" altLang="en-US" dirty="0"/>
              <a:t>网络波动 </a:t>
            </a:r>
          </a:p>
          <a:p>
            <a:r>
              <a:rPr lang="en-US" altLang="zh-CN" dirty="0"/>
              <a:t>DeepSeek </a:t>
            </a:r>
            <a:r>
              <a:rPr lang="zh-CN" altLang="en-US" dirty="0"/>
              <a:t>接口超时 </a:t>
            </a:r>
          </a:p>
          <a:p>
            <a:r>
              <a:rPr lang="zh-CN" altLang="en-US" dirty="0"/>
              <a:t>导致游戏无法继续运行。</a:t>
            </a:r>
          </a:p>
          <a:p>
            <a:r>
              <a:rPr lang="zh-CN" altLang="en-US" b="1" dirty="0"/>
              <a:t>解决方案</a:t>
            </a:r>
          </a:p>
          <a:p>
            <a:r>
              <a:rPr lang="zh-CN" altLang="en-US" dirty="0"/>
              <a:t>增加 </a:t>
            </a:r>
            <a:r>
              <a:rPr lang="en-US" altLang="zh-CN" dirty="0"/>
              <a:t>fallback</a:t>
            </a:r>
            <a:r>
              <a:rPr lang="zh-CN" altLang="en-US" dirty="0"/>
              <a:t>（回退机制）：</a:t>
            </a:r>
          </a:p>
          <a:p>
            <a:r>
              <a:rPr lang="en-US" altLang="zh-CN" dirty="0" err="1"/>
              <a:t>fallback_event_text</a:t>
            </a:r>
            <a:r>
              <a:rPr lang="en-US" altLang="zh-CN" dirty="0"/>
              <a:t>()</a:t>
            </a:r>
            <a:br>
              <a:rPr lang="en-US" altLang="zh-CN" dirty="0"/>
            </a:br>
            <a:r>
              <a:rPr lang="en-US" altLang="zh-CN" dirty="0" err="1"/>
              <a:t>fallback_gongfa</a:t>
            </a:r>
            <a:r>
              <a:rPr lang="en-US" altLang="zh-CN" dirty="0"/>
              <a:t>()</a:t>
            </a:r>
          </a:p>
          <a:p>
            <a:r>
              <a:rPr lang="zh-CN" altLang="en-US" dirty="0"/>
              <a:t>即使 </a:t>
            </a:r>
            <a:r>
              <a:rPr lang="en-US" altLang="zh-CN" dirty="0"/>
              <a:t>AI </a:t>
            </a:r>
            <a:r>
              <a:rPr lang="zh-CN" altLang="en-US" dirty="0"/>
              <a:t>不可用：</a:t>
            </a:r>
          </a:p>
          <a:p>
            <a:r>
              <a:rPr lang="zh-CN" altLang="en-US" dirty="0"/>
              <a:t>系统仍可生成默认文本 </a:t>
            </a:r>
          </a:p>
          <a:p>
            <a:r>
              <a:rPr lang="zh-CN" altLang="en-US" dirty="0"/>
              <a:t>保证游戏正常运行 </a:t>
            </a:r>
          </a:p>
          <a:p>
            <a:r>
              <a:rPr lang="zh-CN" altLang="en-US" dirty="0"/>
              <a:t>提高了系统稳定性。</a:t>
            </a:r>
          </a:p>
        </p:txBody>
      </p:sp>
    </p:spTree>
    <p:extLst>
      <p:ext uri="{BB962C8B-B14F-4D97-AF65-F5344CB8AC3E}">
        <p14:creationId xmlns:p14="http://schemas.microsoft.com/office/powerpoint/2010/main" val="2357907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E2018-5FF3-4514-4E6B-A72BB009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问题以及解决方案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BE09B0-6FDD-871B-265C-B9EBBA7A7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C878DC-7782-17B4-8900-29897EAF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B6015C-D27C-5121-0D93-22C197092B3F}"/>
              </a:ext>
            </a:extLst>
          </p:cNvPr>
          <p:cNvSpPr txBox="1"/>
          <p:nvPr/>
        </p:nvSpPr>
        <p:spPr>
          <a:xfrm>
            <a:off x="669925" y="1028702"/>
            <a:ext cx="1085056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随机数导致游戏平衡问题</a:t>
            </a:r>
          </a:p>
          <a:p>
            <a:r>
              <a:rPr lang="zh-CN" altLang="en-US" b="1" dirty="0"/>
              <a:t>问题</a:t>
            </a:r>
          </a:p>
          <a:p>
            <a:r>
              <a:rPr lang="zh-CN" altLang="en-US" dirty="0"/>
              <a:t>前期随机数波动过大：</a:t>
            </a:r>
          </a:p>
          <a:p>
            <a:r>
              <a:rPr lang="zh-CN" altLang="en-US" dirty="0"/>
              <a:t>玩家可能过强 </a:t>
            </a:r>
          </a:p>
          <a:p>
            <a:r>
              <a:rPr lang="zh-CN" altLang="en-US" dirty="0"/>
              <a:t>或完全无法获胜 </a:t>
            </a:r>
          </a:p>
          <a:p>
            <a:r>
              <a:rPr lang="zh-CN" altLang="en-US" b="1" dirty="0"/>
              <a:t>解决方案</a:t>
            </a:r>
          </a:p>
          <a:p>
            <a:r>
              <a:rPr lang="zh-CN" altLang="en-US" dirty="0"/>
              <a:t>重新设计数值公式：</a:t>
            </a:r>
          </a:p>
          <a:p>
            <a:r>
              <a:rPr lang="en-US" altLang="zh-CN" dirty="0" err="1"/>
              <a:t>enemy_value</a:t>
            </a:r>
            <a:r>
              <a:rPr lang="en-US" altLang="zh-CN" dirty="0"/>
              <a:t> = </a:t>
            </a:r>
            <a:r>
              <a:rPr lang="en-US" altLang="zh-CN" dirty="0" err="1"/>
              <a:t>player_power</a:t>
            </a:r>
            <a:r>
              <a:rPr lang="en-US" altLang="zh-CN" dirty="0"/>
              <a:t> + ...</a:t>
            </a:r>
          </a:p>
          <a:p>
            <a:r>
              <a:rPr lang="zh-CN" altLang="en-US" dirty="0"/>
              <a:t>加入：</a:t>
            </a:r>
          </a:p>
          <a:p>
            <a:r>
              <a:rPr lang="zh-CN" altLang="en-US" dirty="0"/>
              <a:t>境界压制 </a:t>
            </a:r>
          </a:p>
          <a:p>
            <a:r>
              <a:rPr lang="zh-CN" altLang="en-US" dirty="0"/>
              <a:t>固定成长 </a:t>
            </a:r>
          </a:p>
          <a:p>
            <a:r>
              <a:rPr lang="zh-CN" altLang="en-US" dirty="0"/>
              <a:t>回合修正 </a:t>
            </a:r>
          </a:p>
          <a:p>
            <a:r>
              <a:rPr lang="zh-CN" altLang="en-US" dirty="0"/>
              <a:t>使游戏体验更加平衡。</a:t>
            </a:r>
          </a:p>
        </p:txBody>
      </p:sp>
    </p:spTree>
    <p:extLst>
      <p:ext uri="{BB962C8B-B14F-4D97-AF65-F5344CB8AC3E}">
        <p14:creationId xmlns:p14="http://schemas.microsoft.com/office/powerpoint/2010/main" val="1986034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CB510-9FA1-EECD-B680-84FC93FA7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681577-5E2C-0D0B-E6C7-75F5D104C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zh-CN" altLang="en-US" sz="7200" b="1" dirty="0"/>
              <a:t>实际架构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90EFD7-78E8-9527-7765-774779FBC413}"/>
              </a:ext>
            </a:extLst>
          </p:cNvPr>
          <p:cNvSpPr txBox="1"/>
          <p:nvPr/>
        </p:nvSpPr>
        <p:spPr>
          <a:xfrm>
            <a:off x="5407742" y="2295664"/>
            <a:ext cx="7855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spc="75" dirty="0">
                <a:solidFill>
                  <a:srgbClr val="F5AA4D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z="5400" spc="75" dirty="0">
              <a:solidFill>
                <a:srgbClr val="F5AA4D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5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400F-3B96-2AE0-2725-207D16223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E17B5-446D-5AEE-13A4-A2413CFD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架构分析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9B3802-AD5A-5BFC-A36A-959B497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5A8B8-6577-E184-7480-637F313D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91EAF2-08A9-C912-43DB-1705277D7D63}"/>
              </a:ext>
            </a:extLst>
          </p:cNvPr>
          <p:cNvSpPr txBox="1"/>
          <p:nvPr/>
        </p:nvSpPr>
        <p:spPr>
          <a:xfrm>
            <a:off x="669923" y="1028702"/>
            <a:ext cx="108505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项目总体架构</a:t>
            </a:r>
          </a:p>
          <a:p>
            <a:r>
              <a:rPr lang="zh-CN" altLang="en-US" dirty="0"/>
              <a:t>本项目采用：</a:t>
            </a:r>
          </a:p>
          <a:p>
            <a:r>
              <a:rPr lang="zh-CN" altLang="en-US" dirty="0"/>
              <a:t>前后端分离架构</a:t>
            </a:r>
          </a:p>
          <a:p>
            <a:r>
              <a:rPr lang="zh-CN" altLang="en-US" dirty="0"/>
              <a:t>结构如下：</a:t>
            </a:r>
          </a:p>
          <a:p>
            <a:r>
              <a:rPr lang="zh-CN" altLang="en-US" dirty="0"/>
              <a:t>前端</a:t>
            </a:r>
            <a:r>
              <a:rPr lang="en-US" altLang="zh-CN" dirty="0"/>
              <a:t>(Vue/HTML)</a:t>
            </a:r>
            <a:br>
              <a:rPr lang="en-US" altLang="zh-CN" dirty="0"/>
            </a:br>
            <a:r>
              <a:rPr lang="en-US" altLang="zh-CN" dirty="0"/>
              <a:t>    ↓ HTTP</a:t>
            </a:r>
            <a:r>
              <a:rPr lang="zh-CN" altLang="en-US" dirty="0"/>
              <a:t>请求</a:t>
            </a:r>
            <a:br>
              <a:rPr lang="zh-CN" altLang="en-US" dirty="0"/>
            </a:br>
            <a:r>
              <a:rPr lang="en-US" altLang="zh-CN" dirty="0" err="1"/>
              <a:t>FastAPI</a:t>
            </a:r>
            <a:r>
              <a:rPr lang="en-US" altLang="zh-CN" dirty="0"/>
              <a:t> </a:t>
            </a:r>
            <a:r>
              <a:rPr lang="zh-CN" altLang="en-US" dirty="0"/>
              <a:t>后端</a:t>
            </a:r>
            <a:br>
              <a:rPr lang="zh-CN" altLang="en-US" dirty="0"/>
            </a:br>
            <a:r>
              <a:rPr lang="zh-CN" altLang="en-US" dirty="0"/>
              <a:t>    ↓</a:t>
            </a:r>
            <a:br>
              <a:rPr lang="zh-CN" altLang="en-US" dirty="0"/>
            </a:br>
            <a:r>
              <a:rPr lang="en-US" altLang="zh-CN" dirty="0"/>
              <a:t>OpenAI / DeepSeek API</a:t>
            </a:r>
          </a:p>
        </p:txBody>
      </p:sp>
    </p:spTree>
    <p:extLst>
      <p:ext uri="{BB962C8B-B14F-4D97-AF65-F5344CB8AC3E}">
        <p14:creationId xmlns:p14="http://schemas.microsoft.com/office/powerpoint/2010/main" val="521415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58C15A-9648-6468-218A-87AF1829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架构分析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3F5C65-E054-BC81-D243-F319637C1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409494-D6CA-49CC-AE8A-FA8CD57D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B9C61B-3C0D-15C0-9EAA-1CC0FA15D8E5}"/>
              </a:ext>
            </a:extLst>
          </p:cNvPr>
          <p:cNvSpPr txBox="1"/>
          <p:nvPr/>
        </p:nvSpPr>
        <p:spPr>
          <a:xfrm>
            <a:off x="669923" y="1028702"/>
            <a:ext cx="108505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后端开发框架</a:t>
            </a:r>
          </a:p>
          <a:p>
            <a:r>
              <a:rPr lang="zh-CN" altLang="en-US" dirty="0"/>
              <a:t>项目后端采用：</a:t>
            </a:r>
          </a:p>
          <a:p>
            <a:r>
              <a:rPr lang="en-US" altLang="zh-CN" b="1" dirty="0" err="1"/>
              <a:t>FastAPI</a:t>
            </a:r>
            <a:endParaRPr lang="en-US" altLang="zh-CN" b="1" dirty="0"/>
          </a:p>
          <a:p>
            <a:r>
              <a:rPr lang="zh-CN" altLang="en-US" dirty="0"/>
              <a:t>优点：</a:t>
            </a:r>
          </a:p>
          <a:p>
            <a:r>
              <a:rPr lang="zh-CN" altLang="en-US" dirty="0"/>
              <a:t>开发速度快 </a:t>
            </a:r>
          </a:p>
          <a:p>
            <a:r>
              <a:rPr lang="zh-CN" altLang="en-US" dirty="0"/>
              <a:t>自动生成接口文档 </a:t>
            </a:r>
          </a:p>
          <a:p>
            <a:r>
              <a:rPr lang="zh-CN" altLang="en-US" dirty="0"/>
              <a:t>异步性能优秀 </a:t>
            </a:r>
          </a:p>
          <a:p>
            <a:r>
              <a:rPr lang="zh-CN" altLang="en-US" dirty="0"/>
              <a:t>易于 </a:t>
            </a:r>
            <a:r>
              <a:rPr lang="en-US" altLang="zh-CN" dirty="0"/>
              <a:t>RESTful API </a:t>
            </a:r>
            <a:r>
              <a:rPr lang="zh-CN" altLang="en-US" dirty="0"/>
              <a:t>开发 </a:t>
            </a:r>
          </a:p>
          <a:p>
            <a:r>
              <a:rPr lang="zh-CN" altLang="en-US" dirty="0"/>
              <a:t>项目核心代码：</a:t>
            </a:r>
          </a:p>
          <a:p>
            <a:r>
              <a:rPr lang="en-US" altLang="zh-CN" dirty="0"/>
              <a:t>app = </a:t>
            </a:r>
            <a:r>
              <a:rPr lang="en-US" altLang="zh-CN" dirty="0" err="1"/>
              <a:t>FastAPI</a:t>
            </a:r>
            <a:r>
              <a:rPr lang="en-US" altLang="zh-CN" dirty="0"/>
              <a:t>(title="MCS Backend")</a:t>
            </a:r>
          </a:p>
        </p:txBody>
      </p:sp>
    </p:spTree>
    <p:extLst>
      <p:ext uri="{BB962C8B-B14F-4D97-AF65-F5344CB8AC3E}">
        <p14:creationId xmlns:p14="http://schemas.microsoft.com/office/powerpoint/2010/main" val="1459741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4D7ED-EFBA-AAF2-03A4-2733ABBD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架构分析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ACB2A3-40E8-B62E-9E85-E87B14DAA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BE6B00-5F66-78A7-8336-E89A3785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endParaRPr lang="zh-CN" altLang="en-US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91A3F31-D2CA-2DF1-057D-1050F3C89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32327"/>
              </p:ext>
            </p:extLst>
          </p:nvPr>
        </p:nvGraphicFramePr>
        <p:xfrm>
          <a:off x="669925" y="1954560"/>
          <a:ext cx="10850562" cy="2773680"/>
        </p:xfrm>
        <a:graphic>
          <a:graphicData uri="http://schemas.openxmlformats.org/drawingml/2006/table">
            <a:tbl>
              <a:tblPr/>
              <a:tblGrid>
                <a:gridCol w="5425281">
                  <a:extLst>
                    <a:ext uri="{9D8B030D-6E8A-4147-A177-3AD203B41FA5}">
                      <a16:colId xmlns:a16="http://schemas.microsoft.com/office/drawing/2014/main" val="3692496170"/>
                    </a:ext>
                  </a:extLst>
                </a:gridCol>
                <a:gridCol w="5425281">
                  <a:extLst>
                    <a:ext uri="{9D8B030D-6E8A-4147-A177-3AD203B41FA5}">
                      <a16:colId xmlns:a16="http://schemas.microsoft.com/office/drawing/2014/main" val="3508470080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技术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用途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28449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后端开发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3197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FastAPI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Web API </a:t>
                      </a:r>
                      <a:r>
                        <a:rPr lang="zh-CN" altLang="en-US" sz="2000"/>
                        <a:t>框架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34791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Pydantic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数据校验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25475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dotenv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环境变量管理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63624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OpenAI SDK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AI </a:t>
                      </a:r>
                      <a:r>
                        <a:rPr lang="zh-CN" altLang="en-US" sz="2000"/>
                        <a:t>接口调用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10159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数据交换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56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43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58C61-97AB-68CF-F2E1-6D7DC009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13B5A-C2BF-2E66-53DA-E6BF82C67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zh-CN" altLang="en-US" sz="7200" b="1" dirty="0"/>
              <a:t>测试工作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A108D3-BE01-8D36-B427-D8733F05BFE6}"/>
              </a:ext>
            </a:extLst>
          </p:cNvPr>
          <p:cNvSpPr txBox="1"/>
          <p:nvPr/>
        </p:nvSpPr>
        <p:spPr>
          <a:xfrm>
            <a:off x="5319252" y="229566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75" normalizeH="0" baseline="0" noProof="0" dirty="0">
                <a:ln>
                  <a:noFill/>
                </a:ln>
                <a:solidFill>
                  <a:srgbClr val="F5AA4D"/>
                </a:solidFill>
                <a:effectLst/>
                <a:uLnTx/>
                <a:uFillTx/>
                <a:latin typeface="Impact" panose="020B0806030902050204" pitchFamily="34" charset="0"/>
                <a:ea typeface="微软雅黑"/>
                <a:cs typeface="Arial" panose="020B0604020202020204" pitchFamily="34" charset="0"/>
              </a:rPr>
              <a:t>/04</a:t>
            </a:r>
            <a:endParaRPr kumimoji="0" lang="zh-CN" altLang="en-US" sz="5400" b="0" i="0" u="none" strike="noStrike" kern="1200" cap="none" spc="75" normalizeH="0" baseline="0" noProof="0" dirty="0">
              <a:ln>
                <a:noFill/>
              </a:ln>
              <a:solidFill>
                <a:srgbClr val="F5AA4D"/>
              </a:solidFill>
              <a:effectLst/>
              <a:uLnTx/>
              <a:uFillTx/>
              <a:latin typeface="Impact" panose="020B0806030902050204" pitchFamily="34" charset="0"/>
              <a:ea typeface="微软雅黑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313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7F461-E7F6-4B9A-AD8F-95B8B413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测试工作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6ED713B-2BF8-DFBB-D0E5-E9689DF1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A737A5-C597-06EE-C0DA-7968EC76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076514-C639-6EAE-1A32-8128D7970E8C}"/>
              </a:ext>
            </a:extLst>
          </p:cNvPr>
          <p:cNvSpPr txBox="1"/>
          <p:nvPr/>
        </p:nvSpPr>
        <p:spPr>
          <a:xfrm>
            <a:off x="669925" y="1245012"/>
            <a:ext cx="10850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测试工具选择与运用</a:t>
            </a:r>
          </a:p>
          <a:p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en-US" altLang="zh-CN" b="1" dirty="0"/>
              <a:t>Postman</a:t>
            </a:r>
          </a:p>
          <a:p>
            <a:r>
              <a:rPr lang="zh-CN" altLang="en-US" dirty="0"/>
              <a:t>用于：</a:t>
            </a:r>
          </a:p>
          <a:p>
            <a:r>
              <a:rPr lang="zh-CN" altLang="en-US" dirty="0"/>
              <a:t>接口测试 </a:t>
            </a:r>
            <a:r>
              <a:rPr lang="en-US" altLang="zh-CN" dirty="0"/>
              <a:t>POST </a:t>
            </a:r>
            <a:r>
              <a:rPr lang="zh-CN" altLang="en-US" dirty="0"/>
              <a:t>请求调试 </a:t>
            </a:r>
            <a:r>
              <a:rPr lang="en-US" altLang="zh-CN" dirty="0"/>
              <a:t>JSON </a:t>
            </a:r>
            <a:r>
              <a:rPr lang="zh-CN" altLang="en-US" dirty="0"/>
              <a:t>数据验证 </a:t>
            </a:r>
          </a:p>
          <a:p>
            <a:r>
              <a:rPr lang="zh-CN" altLang="en-US" dirty="0"/>
              <a:t>测试内容：</a:t>
            </a:r>
          </a:p>
          <a:p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"scene":"</a:t>
            </a:r>
            <a:r>
              <a:rPr lang="zh-CN" altLang="en-US" dirty="0"/>
              <a:t>青云山</a:t>
            </a:r>
            <a:r>
              <a:rPr lang="en-US" altLang="zh-CN" dirty="0"/>
              <a:t>",</a:t>
            </a:r>
            <a:br>
              <a:rPr lang="en-US" altLang="zh-CN" dirty="0"/>
            </a:br>
            <a:r>
              <a:rPr lang="en-US" altLang="zh-CN" dirty="0"/>
              <a:t>  "</a:t>
            </a:r>
            <a:r>
              <a:rPr lang="en-US" altLang="zh-CN" dirty="0" err="1"/>
              <a:t>action":"explore</a:t>
            </a:r>
            <a:r>
              <a:rPr lang="en-US" altLang="zh-CN" dirty="0"/>
              <a:t>"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en-US" altLang="zh-CN" b="1" dirty="0"/>
              <a:t>Swagger </a:t>
            </a:r>
            <a:r>
              <a:rPr lang="zh-CN" altLang="en-US" b="1" dirty="0"/>
              <a:t>文档</a:t>
            </a:r>
          </a:p>
          <a:p>
            <a:r>
              <a:rPr lang="en-US" altLang="zh-CN" dirty="0" err="1"/>
              <a:t>FastAPI</a:t>
            </a:r>
            <a:r>
              <a:rPr lang="en-US" altLang="zh-CN" dirty="0"/>
              <a:t> </a:t>
            </a:r>
            <a:r>
              <a:rPr lang="zh-CN" altLang="en-US" dirty="0"/>
              <a:t>自动生成：</a:t>
            </a:r>
          </a:p>
          <a:p>
            <a:r>
              <a:rPr lang="en-US" altLang="zh-CN" dirty="0"/>
              <a:t>/docs</a:t>
            </a:r>
          </a:p>
          <a:p>
            <a:r>
              <a:rPr lang="zh-CN" altLang="en-US" dirty="0"/>
              <a:t>用于：</a:t>
            </a:r>
            <a:r>
              <a:rPr lang="en-US" altLang="zh-CN" dirty="0"/>
              <a:t>API </a:t>
            </a:r>
            <a:r>
              <a:rPr lang="zh-CN" altLang="en-US" dirty="0"/>
              <a:t>调试 参数查看 在线测试 </a:t>
            </a:r>
          </a:p>
          <a:p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）浏览器调试工具</a:t>
            </a:r>
          </a:p>
          <a:p>
            <a:r>
              <a:rPr lang="zh-CN" altLang="en-US" dirty="0"/>
              <a:t>用于：查看网络请求 检查 </a:t>
            </a:r>
            <a:r>
              <a:rPr lang="en-US" altLang="zh-CN" dirty="0"/>
              <a:t>JSON </a:t>
            </a:r>
            <a:r>
              <a:rPr lang="zh-CN" altLang="en-US" dirty="0"/>
              <a:t>返回 调试跨域问题</a:t>
            </a:r>
          </a:p>
        </p:txBody>
      </p:sp>
    </p:spTree>
    <p:extLst>
      <p:ext uri="{BB962C8B-B14F-4D97-AF65-F5344CB8AC3E}">
        <p14:creationId xmlns:p14="http://schemas.microsoft.com/office/powerpoint/2010/main" val="390509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47E32-F0FB-33B3-F8B5-3789BAEE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项目存在的不足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E3A852-8547-2821-5856-84753C45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F4FFE7-A964-8096-101E-BA2B5703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245CF2-3C90-6E76-3832-F6EFB55969B0}"/>
              </a:ext>
            </a:extLst>
          </p:cNvPr>
          <p:cNvSpPr txBox="1"/>
          <p:nvPr/>
        </p:nvSpPr>
        <p:spPr>
          <a:xfrm>
            <a:off x="669923" y="1028702"/>
            <a:ext cx="108505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目前系统仍存在：</a:t>
            </a:r>
          </a:p>
          <a:p>
            <a:r>
              <a:rPr lang="en-US" altLang="zh-CN" dirty="0"/>
              <a:t>AI </a:t>
            </a:r>
            <a:r>
              <a:rPr lang="zh-CN" altLang="en-US" dirty="0"/>
              <a:t>文本偶尔重复 </a:t>
            </a:r>
          </a:p>
          <a:p>
            <a:r>
              <a:rPr lang="zh-CN" altLang="en-US" dirty="0"/>
              <a:t>数据持久化不足 </a:t>
            </a:r>
          </a:p>
          <a:p>
            <a:r>
              <a:rPr lang="zh-CN" altLang="en-US" dirty="0"/>
              <a:t>缺少数据库支持 </a:t>
            </a:r>
          </a:p>
          <a:p>
            <a:r>
              <a:rPr lang="zh-CN" altLang="en-US" dirty="0"/>
              <a:t>尚未实现账号系统</a:t>
            </a:r>
          </a:p>
        </p:txBody>
      </p:sp>
    </p:spTree>
    <p:extLst>
      <p:ext uri="{BB962C8B-B14F-4D97-AF65-F5344CB8AC3E}">
        <p14:creationId xmlns:p14="http://schemas.microsoft.com/office/powerpoint/2010/main" val="95360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681D8-342B-1713-1F13-6DFE1433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后续可能会优化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14ACBA-0022-6E01-66AE-7411EFE8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76B6F-E1B2-885A-2206-6FE5370B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45DAB3-30AA-803D-BBC3-0A0FEBF417B4}"/>
              </a:ext>
            </a:extLst>
          </p:cNvPr>
          <p:cNvSpPr txBox="1"/>
          <p:nvPr/>
        </p:nvSpPr>
        <p:spPr>
          <a:xfrm>
            <a:off x="669925" y="1127771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后续优化方向</a:t>
            </a:r>
          </a:p>
          <a:p>
            <a:pPr>
              <a:buNone/>
            </a:pPr>
            <a:r>
              <a:rPr lang="zh-CN" altLang="en-US" dirty="0"/>
              <a:t>后续计划：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接入 </a:t>
            </a:r>
            <a:r>
              <a:rPr lang="en-US" altLang="zh-CN" dirty="0"/>
              <a:t>MySQL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增加 </a:t>
            </a:r>
            <a:r>
              <a:rPr lang="en-US" altLang="zh-CN" dirty="0"/>
              <a:t>Redis </a:t>
            </a:r>
            <a:r>
              <a:rPr lang="zh-CN" altLang="en-US" dirty="0"/>
              <a:t>缓存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实现用户存档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加入 </a:t>
            </a:r>
            <a:r>
              <a:rPr lang="en-US" altLang="zh-CN" dirty="0"/>
              <a:t>WebSocket </a:t>
            </a:r>
            <a:r>
              <a:rPr lang="zh-CN" altLang="en-US" dirty="0"/>
              <a:t>实时交互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增加更多修仙剧情系统</a:t>
            </a:r>
          </a:p>
        </p:txBody>
      </p:sp>
    </p:spTree>
    <p:extLst>
      <p:ext uri="{BB962C8B-B14F-4D97-AF65-F5344CB8AC3E}">
        <p14:creationId xmlns:p14="http://schemas.microsoft.com/office/powerpoint/2010/main" val="16003319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e394199b-23a2-417b-a560-b31131c29d73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F5AA4D"/>
      </a:accent1>
      <a:accent2>
        <a:srgbClr val="AF5034"/>
      </a:accent2>
      <a:accent3>
        <a:srgbClr val="B7B7B7"/>
      </a:accent3>
      <a:accent4>
        <a:srgbClr val="707070"/>
      </a:accent4>
      <a:accent5>
        <a:srgbClr val="CCCCCC"/>
      </a:accent5>
      <a:accent6>
        <a:srgbClr val="768394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F5AA4D"/>
    </a:accent1>
    <a:accent2>
      <a:srgbClr val="AF5034"/>
    </a:accent2>
    <a:accent3>
      <a:srgbClr val="B7B7B7"/>
    </a:accent3>
    <a:accent4>
      <a:srgbClr val="707070"/>
    </a:accent4>
    <a:accent5>
      <a:srgbClr val="CCCCCC"/>
    </a:accent5>
    <a:accent6>
      <a:srgbClr val="768394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200</TotalTime>
  <Words>913</Words>
  <Application>Microsoft Office PowerPoint</Application>
  <PresentationFormat>宽屏</PresentationFormat>
  <Paragraphs>164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Impact</vt:lpstr>
      <vt:lpstr>主题5</vt:lpstr>
      <vt:lpstr>灵境：多智能体修仙模拟器</vt:lpstr>
      <vt:lpstr>PowerPoint 演示文稿</vt:lpstr>
      <vt:lpstr>PowerPoint 演示文稿</vt:lpstr>
      <vt:lpstr>团队分工和计划</vt:lpstr>
      <vt:lpstr> </vt:lpstr>
      <vt:lpstr>问题以及解决方案</vt:lpstr>
      <vt:lpstr>问题以及解决方案</vt:lpstr>
      <vt:lpstr>问题以及解决方案</vt:lpstr>
      <vt:lpstr>PowerPoint 演示文稿</vt:lpstr>
      <vt:lpstr>架构分析</vt:lpstr>
      <vt:lpstr>架构分析</vt:lpstr>
      <vt:lpstr>架构分析</vt:lpstr>
      <vt:lpstr>PowerPoint 演示文稿</vt:lpstr>
      <vt:lpstr>测试工作</vt:lpstr>
      <vt:lpstr>项目存在的不足</vt:lpstr>
      <vt:lpstr>后续可能会优化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泽昀 朱</cp:lastModifiedBy>
  <cp:revision>4</cp:revision>
  <cp:lastPrinted>2018-03-12T16:00:00Z</cp:lastPrinted>
  <dcterms:created xsi:type="dcterms:W3CDTF">2018-03-12T16:00:00Z</dcterms:created>
  <dcterms:modified xsi:type="dcterms:W3CDTF">2026-05-24T13:55:45Z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